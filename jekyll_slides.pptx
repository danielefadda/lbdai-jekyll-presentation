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3.xml.rels" ContentType="application/vnd.openxmlformats-package.relationships+xml"/>
  <Override PartName="/ppt/slides/_rels/slide30.xml.rels" ContentType="application/vnd.openxmlformats-package.relationships+xml"/>
  <Override PartName="/ppt/slides/_rels/slide5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28.xml.rels" ContentType="application/vnd.openxmlformats-package.relationships+xml"/>
  <Override PartName="/ppt/slides/_rels/slide23.xml.rels" ContentType="application/vnd.openxmlformats-package.relationships+xml"/>
  <Override PartName="/ppt/slides/_rels/slide31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853560" y="941040"/>
            <a:ext cx="81511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Jekyll Website Implementation Guide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853560" y="1876680"/>
            <a:ext cx="718704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Building Your Project Website with Jekyll Template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853560" y="2571120"/>
            <a:ext cx="1118520" cy="32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Overview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853560" y="3051720"/>
            <a:ext cx="100713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Learn how to create a professional website for your Big Data project using Jekyll and GitHub Pages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53560" y="941040"/>
            <a:ext cx="79408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Getting Started with Jekyll Template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09512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1"/>
                </a:cubicBezTo>
                <a:cubicBezTo>
                  <a:pt x="22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53560" y="1876680"/>
            <a:ext cx="247824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What You'll Learn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0951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310760" y="2508840"/>
            <a:ext cx="5898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Template Setup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Clone and conﬁgure the Jekyll template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095120" y="3381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310760" y="2880360"/>
            <a:ext cx="7057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Repository Management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Setup GitHub repository and collaborators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09512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3"/>
                </a:cubicBezTo>
                <a:cubicBezTo>
                  <a:pt x="54" y="198"/>
                  <a:pt x="42" y="190"/>
                  <a:pt x="32" y="180"/>
                </a:cubicBezTo>
                <a:cubicBezTo>
                  <a:pt x="22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0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310760" y="3261240"/>
            <a:ext cx="6356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Local Development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Optional local development environment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310760" y="3642480"/>
            <a:ext cx="5119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GitHub Pages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Deploy your website automatically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095120" y="4914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53560" y="4172040"/>
            <a:ext cx="18781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Prerequisites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310760" y="4794840"/>
            <a:ext cx="1594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GitHub account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53560" y="941040"/>
            <a:ext cx="849960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1: Setting Up the Project Template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53560" y="1876680"/>
            <a:ext cx="42886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Using the Template Repository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638080" y="2476440"/>
            <a:ext cx="8544600" cy="400320"/>
          </a:xfrm>
          <a:custGeom>
            <a:avLst/>
            <a:gdLst/>
            <a:ahLst/>
            <a:rect l="0" t="0" r="r" b="b"/>
            <a:pathLst>
              <a:path w="23735" h="1112">
                <a:moveTo>
                  <a:pt x="0" y="953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576" y="0"/>
                </a:lnTo>
                <a:cubicBezTo>
                  <a:pt x="23586" y="0"/>
                  <a:pt x="23597" y="1"/>
                  <a:pt x="23607" y="3"/>
                </a:cubicBezTo>
                <a:cubicBezTo>
                  <a:pt x="23617" y="5"/>
                  <a:pt x="23627" y="8"/>
                  <a:pt x="23637" y="12"/>
                </a:cubicBezTo>
                <a:cubicBezTo>
                  <a:pt x="23646" y="16"/>
                  <a:pt x="23655" y="21"/>
                  <a:pt x="23664" y="26"/>
                </a:cubicBezTo>
                <a:cubicBezTo>
                  <a:pt x="23673" y="32"/>
                  <a:pt x="23681" y="39"/>
                  <a:pt x="23688" y="46"/>
                </a:cubicBezTo>
                <a:cubicBezTo>
                  <a:pt x="23695" y="54"/>
                  <a:pt x="23702" y="62"/>
                  <a:pt x="23708" y="70"/>
                </a:cubicBezTo>
                <a:cubicBezTo>
                  <a:pt x="23714" y="79"/>
                  <a:pt x="23719" y="88"/>
                  <a:pt x="23722" y="98"/>
                </a:cubicBezTo>
                <a:cubicBezTo>
                  <a:pt x="23726" y="107"/>
                  <a:pt x="23729" y="117"/>
                  <a:pt x="23732" y="127"/>
                </a:cubicBezTo>
                <a:cubicBezTo>
                  <a:pt x="23734" y="138"/>
                  <a:pt x="23735" y="148"/>
                  <a:pt x="23735" y="158"/>
                </a:cubicBezTo>
                <a:lnTo>
                  <a:pt x="23735" y="953"/>
                </a:lnTo>
                <a:cubicBezTo>
                  <a:pt x="23735" y="964"/>
                  <a:pt x="23734" y="974"/>
                  <a:pt x="23732" y="984"/>
                </a:cubicBezTo>
                <a:cubicBezTo>
                  <a:pt x="23729" y="994"/>
                  <a:pt x="23726" y="1004"/>
                  <a:pt x="23722" y="1014"/>
                </a:cubicBezTo>
                <a:cubicBezTo>
                  <a:pt x="23719" y="1024"/>
                  <a:pt x="23714" y="1033"/>
                  <a:pt x="23708" y="1041"/>
                </a:cubicBezTo>
                <a:cubicBezTo>
                  <a:pt x="23702" y="1050"/>
                  <a:pt x="23695" y="1058"/>
                  <a:pt x="23688" y="1065"/>
                </a:cubicBezTo>
                <a:cubicBezTo>
                  <a:pt x="23681" y="1073"/>
                  <a:pt x="23673" y="1079"/>
                  <a:pt x="23664" y="1085"/>
                </a:cubicBezTo>
                <a:cubicBezTo>
                  <a:pt x="23655" y="1091"/>
                  <a:pt x="23646" y="1096"/>
                  <a:pt x="23637" y="1100"/>
                </a:cubicBezTo>
                <a:cubicBezTo>
                  <a:pt x="23627" y="1104"/>
                  <a:pt x="23617" y="1107"/>
                  <a:pt x="23607" y="1109"/>
                </a:cubicBezTo>
                <a:cubicBezTo>
                  <a:pt x="23597" y="1111"/>
                  <a:pt x="23586" y="1112"/>
                  <a:pt x="23576" y="1112"/>
                </a:cubicBezTo>
                <a:lnTo>
                  <a:pt x="159" y="1112"/>
                </a:lnTo>
                <a:cubicBezTo>
                  <a:pt x="149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80" y="1091"/>
                  <a:pt x="71" y="1085"/>
                </a:cubicBezTo>
                <a:cubicBezTo>
                  <a:pt x="62" y="1079"/>
                  <a:pt x="54" y="1073"/>
                  <a:pt x="47" y="1065"/>
                </a:cubicBezTo>
                <a:cubicBezTo>
                  <a:pt x="40" y="1058"/>
                  <a:pt x="33" y="1050"/>
                  <a:pt x="27" y="1041"/>
                </a:cubicBezTo>
                <a:cubicBezTo>
                  <a:pt x="21" y="1033"/>
                  <a:pt x="17" y="1024"/>
                  <a:pt x="13" y="1014"/>
                </a:cubicBezTo>
                <a:cubicBezTo>
                  <a:pt x="9" y="1004"/>
                  <a:pt x="6" y="994"/>
                  <a:pt x="4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057320" y="2527920"/>
            <a:ext cx="1601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1.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Navigate to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725560" y="2526120"/>
            <a:ext cx="8367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https://github.com/danielefadda/master-projects-template-2025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57320" y="2908800"/>
            <a:ext cx="4714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2.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Click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"Use this template" button (top right)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57320" y="3280320"/>
            <a:ext cx="3679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3.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Select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"Create a new repository"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819160" y="3628800"/>
            <a:ext cx="2238840" cy="400320"/>
          </a:xfrm>
          <a:custGeom>
            <a:avLst/>
            <a:gdLst/>
            <a:ahLst/>
            <a:rect l="0" t="0" r="r" b="b"/>
            <a:pathLst>
              <a:path w="6219" h="1112">
                <a:moveTo>
                  <a:pt x="0" y="95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060" y="0"/>
                </a:lnTo>
                <a:cubicBezTo>
                  <a:pt x="6071" y="0"/>
                  <a:pt x="6081" y="1"/>
                  <a:pt x="6091" y="3"/>
                </a:cubicBezTo>
                <a:cubicBezTo>
                  <a:pt x="6101" y="5"/>
                  <a:pt x="6111" y="8"/>
                  <a:pt x="6121" y="12"/>
                </a:cubicBezTo>
                <a:cubicBezTo>
                  <a:pt x="6131" y="16"/>
                  <a:pt x="6140" y="21"/>
                  <a:pt x="6148" y="27"/>
                </a:cubicBezTo>
                <a:cubicBezTo>
                  <a:pt x="6157" y="33"/>
                  <a:pt x="6165" y="39"/>
                  <a:pt x="6172" y="47"/>
                </a:cubicBezTo>
                <a:cubicBezTo>
                  <a:pt x="6180" y="54"/>
                  <a:pt x="6186" y="62"/>
                  <a:pt x="6192" y="71"/>
                </a:cubicBezTo>
                <a:cubicBezTo>
                  <a:pt x="6198" y="79"/>
                  <a:pt x="6203" y="88"/>
                  <a:pt x="6207" y="98"/>
                </a:cubicBezTo>
                <a:cubicBezTo>
                  <a:pt x="6211" y="108"/>
                  <a:pt x="6214" y="118"/>
                  <a:pt x="6216" y="128"/>
                </a:cubicBezTo>
                <a:cubicBezTo>
                  <a:pt x="6218" y="138"/>
                  <a:pt x="6219" y="148"/>
                  <a:pt x="6219" y="159"/>
                </a:cubicBezTo>
                <a:lnTo>
                  <a:pt x="6219" y="954"/>
                </a:lnTo>
                <a:cubicBezTo>
                  <a:pt x="6219" y="964"/>
                  <a:pt x="6218" y="974"/>
                  <a:pt x="6216" y="985"/>
                </a:cubicBezTo>
                <a:cubicBezTo>
                  <a:pt x="6214" y="995"/>
                  <a:pt x="6211" y="1005"/>
                  <a:pt x="6207" y="1014"/>
                </a:cubicBezTo>
                <a:cubicBezTo>
                  <a:pt x="6203" y="1024"/>
                  <a:pt x="6198" y="1033"/>
                  <a:pt x="6192" y="1042"/>
                </a:cubicBezTo>
                <a:cubicBezTo>
                  <a:pt x="6186" y="1050"/>
                  <a:pt x="6180" y="1059"/>
                  <a:pt x="6172" y="1066"/>
                </a:cubicBezTo>
                <a:cubicBezTo>
                  <a:pt x="6165" y="1073"/>
                  <a:pt x="6157" y="1080"/>
                  <a:pt x="6148" y="1086"/>
                </a:cubicBezTo>
                <a:cubicBezTo>
                  <a:pt x="6140" y="1091"/>
                  <a:pt x="6131" y="1096"/>
                  <a:pt x="6121" y="1100"/>
                </a:cubicBezTo>
                <a:cubicBezTo>
                  <a:pt x="6111" y="1104"/>
                  <a:pt x="6101" y="1107"/>
                  <a:pt x="6091" y="1109"/>
                </a:cubicBezTo>
                <a:cubicBezTo>
                  <a:pt x="6081" y="1111"/>
                  <a:pt x="6071" y="1112"/>
                  <a:pt x="6060" y="1112"/>
                </a:cubicBezTo>
                <a:lnTo>
                  <a:pt x="159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79" y="1091"/>
                  <a:pt x="71" y="1086"/>
                </a:cubicBezTo>
                <a:cubicBezTo>
                  <a:pt x="62" y="1080"/>
                  <a:pt x="54" y="1073"/>
                  <a:pt x="47" y="1066"/>
                </a:cubicBezTo>
                <a:cubicBezTo>
                  <a:pt x="39" y="1059"/>
                  <a:pt x="33" y="1050"/>
                  <a:pt x="27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5"/>
                </a:cubicBezTo>
                <a:cubicBezTo>
                  <a:pt x="1" y="974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57320" y="3680280"/>
            <a:ext cx="1783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4.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Name format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912040" y="3678480"/>
            <a:ext cx="2058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g0-2025-website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010200" y="3628800"/>
            <a:ext cx="457560" cy="400320"/>
          </a:xfrm>
          <a:custGeom>
            <a:avLst/>
            <a:gdLst/>
            <a:ahLst/>
            <a:rect l="0" t="0" r="r" b="b"/>
            <a:pathLst>
              <a:path w="1271" h="1112">
                <a:moveTo>
                  <a:pt x="0" y="95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112" y="0"/>
                </a:lnTo>
                <a:cubicBezTo>
                  <a:pt x="1122" y="0"/>
                  <a:pt x="1133" y="1"/>
                  <a:pt x="1143" y="3"/>
                </a:cubicBezTo>
                <a:cubicBezTo>
                  <a:pt x="1153" y="5"/>
                  <a:pt x="1163" y="8"/>
                  <a:pt x="1173" y="12"/>
                </a:cubicBezTo>
                <a:cubicBezTo>
                  <a:pt x="1182" y="16"/>
                  <a:pt x="1191" y="21"/>
                  <a:pt x="1200" y="27"/>
                </a:cubicBezTo>
                <a:cubicBezTo>
                  <a:pt x="1209" y="33"/>
                  <a:pt x="1217" y="39"/>
                  <a:pt x="1224" y="47"/>
                </a:cubicBezTo>
                <a:cubicBezTo>
                  <a:pt x="1232" y="54"/>
                  <a:pt x="1238" y="62"/>
                  <a:pt x="1244" y="71"/>
                </a:cubicBezTo>
                <a:cubicBezTo>
                  <a:pt x="1250" y="79"/>
                  <a:pt x="1255" y="88"/>
                  <a:pt x="1259" y="98"/>
                </a:cubicBezTo>
                <a:cubicBezTo>
                  <a:pt x="1263" y="108"/>
                  <a:pt x="1266" y="118"/>
                  <a:pt x="1268" y="128"/>
                </a:cubicBezTo>
                <a:cubicBezTo>
                  <a:pt x="1270" y="138"/>
                  <a:pt x="1271" y="148"/>
                  <a:pt x="1271" y="159"/>
                </a:cubicBezTo>
                <a:lnTo>
                  <a:pt x="1271" y="954"/>
                </a:lnTo>
                <a:cubicBezTo>
                  <a:pt x="1271" y="964"/>
                  <a:pt x="1270" y="974"/>
                  <a:pt x="1268" y="985"/>
                </a:cubicBezTo>
                <a:cubicBezTo>
                  <a:pt x="1266" y="995"/>
                  <a:pt x="1263" y="1005"/>
                  <a:pt x="1259" y="1014"/>
                </a:cubicBezTo>
                <a:cubicBezTo>
                  <a:pt x="1255" y="1024"/>
                  <a:pt x="1250" y="1033"/>
                  <a:pt x="1244" y="1042"/>
                </a:cubicBezTo>
                <a:cubicBezTo>
                  <a:pt x="1238" y="1050"/>
                  <a:pt x="1232" y="1059"/>
                  <a:pt x="1224" y="1066"/>
                </a:cubicBezTo>
                <a:cubicBezTo>
                  <a:pt x="1217" y="1073"/>
                  <a:pt x="1209" y="1080"/>
                  <a:pt x="1200" y="1086"/>
                </a:cubicBezTo>
                <a:cubicBezTo>
                  <a:pt x="1191" y="1091"/>
                  <a:pt x="1182" y="1096"/>
                  <a:pt x="1173" y="1100"/>
                </a:cubicBezTo>
                <a:cubicBezTo>
                  <a:pt x="1163" y="1104"/>
                  <a:pt x="1153" y="1107"/>
                  <a:pt x="1143" y="1109"/>
                </a:cubicBezTo>
                <a:cubicBezTo>
                  <a:pt x="1133" y="1111"/>
                  <a:pt x="1122" y="1112"/>
                  <a:pt x="1112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7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6"/>
                </a:cubicBezTo>
                <a:cubicBezTo>
                  <a:pt x="62" y="1080"/>
                  <a:pt x="54" y="1073"/>
                  <a:pt x="46" y="1066"/>
                </a:cubicBezTo>
                <a:cubicBezTo>
                  <a:pt x="39" y="1059"/>
                  <a:pt x="32" y="1050"/>
                  <a:pt x="26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5"/>
                </a:cubicBezTo>
                <a:cubicBezTo>
                  <a:pt x="1" y="974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060880" y="3680280"/>
            <a:ext cx="951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(replace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100920" y="3678480"/>
            <a:ext cx="275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g0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467040" y="3680280"/>
            <a:ext cx="2588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with your group number)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57320" y="4061520"/>
            <a:ext cx="2894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5.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Visibility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Leave as Public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57320" y="4442400"/>
            <a:ext cx="3610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6.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Create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Click "Create repository"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3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861840" y="2509560"/>
            <a:ext cx="10468440" cy="3057840"/>
          </a:xfrm>
          <a:custGeom>
            <a:avLst/>
            <a:gdLst/>
            <a:ahLst/>
            <a:rect l="0" t="0" r="r" b="b"/>
            <a:pathLst>
              <a:path w="29079" h="8494">
                <a:moveTo>
                  <a:pt x="0" y="834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8349"/>
                </a:lnTo>
                <a:cubicBezTo>
                  <a:pt x="29079" y="8358"/>
                  <a:pt x="29078" y="8368"/>
                  <a:pt x="29076" y="8377"/>
                </a:cubicBezTo>
                <a:cubicBezTo>
                  <a:pt x="29074" y="8387"/>
                  <a:pt x="29071" y="8396"/>
                  <a:pt x="29068" y="8405"/>
                </a:cubicBezTo>
                <a:cubicBezTo>
                  <a:pt x="29064" y="8413"/>
                  <a:pt x="29059" y="8422"/>
                  <a:pt x="29054" y="8430"/>
                </a:cubicBezTo>
                <a:cubicBezTo>
                  <a:pt x="29049" y="8438"/>
                  <a:pt x="29043" y="8445"/>
                  <a:pt x="29036" y="8452"/>
                </a:cubicBezTo>
                <a:cubicBezTo>
                  <a:pt x="29029" y="8459"/>
                  <a:pt x="29022" y="8465"/>
                  <a:pt x="29014" y="8470"/>
                </a:cubicBezTo>
                <a:cubicBezTo>
                  <a:pt x="29006" y="8475"/>
                  <a:pt x="28998" y="8480"/>
                  <a:pt x="28989" y="8483"/>
                </a:cubicBezTo>
                <a:cubicBezTo>
                  <a:pt x="28980" y="8487"/>
                  <a:pt x="28971" y="8490"/>
                  <a:pt x="28962" y="8492"/>
                </a:cubicBezTo>
                <a:cubicBezTo>
                  <a:pt x="28952" y="8493"/>
                  <a:pt x="28943" y="8494"/>
                  <a:pt x="28933" y="8494"/>
                </a:cubicBezTo>
                <a:lnTo>
                  <a:pt x="145" y="8494"/>
                </a:lnTo>
                <a:cubicBezTo>
                  <a:pt x="136" y="8494"/>
                  <a:pt x="126" y="8493"/>
                  <a:pt x="117" y="8492"/>
                </a:cubicBezTo>
                <a:cubicBezTo>
                  <a:pt x="108" y="8490"/>
                  <a:pt x="99" y="8487"/>
                  <a:pt x="90" y="8483"/>
                </a:cubicBezTo>
                <a:cubicBezTo>
                  <a:pt x="81" y="8480"/>
                  <a:pt x="73" y="8475"/>
                  <a:pt x="65" y="8470"/>
                </a:cubicBezTo>
                <a:cubicBezTo>
                  <a:pt x="57" y="8465"/>
                  <a:pt x="49" y="8459"/>
                  <a:pt x="43" y="8452"/>
                </a:cubicBezTo>
                <a:cubicBezTo>
                  <a:pt x="36" y="8445"/>
                  <a:pt x="30" y="8438"/>
                  <a:pt x="25" y="8430"/>
                </a:cubicBezTo>
                <a:cubicBezTo>
                  <a:pt x="19" y="8422"/>
                  <a:pt x="15" y="8413"/>
                  <a:pt x="11" y="8405"/>
                </a:cubicBezTo>
                <a:cubicBezTo>
                  <a:pt x="7" y="8396"/>
                  <a:pt x="5" y="8387"/>
                  <a:pt x="3" y="8377"/>
                </a:cubicBezTo>
                <a:cubicBezTo>
                  <a:pt x="1" y="8368"/>
                  <a:pt x="0" y="8358"/>
                  <a:pt x="0" y="834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861840" y="2509560"/>
            <a:ext cx="10468440" cy="3057840"/>
          </a:xfrm>
          <a:custGeom>
            <a:avLst/>
            <a:gdLst/>
            <a:ahLst/>
            <a:rect l="0" t="0" r="r" b="b"/>
            <a:pathLst>
              <a:path fill="none" w="29079" h="8494">
                <a:moveTo>
                  <a:pt x="0" y="834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8349"/>
                </a:lnTo>
                <a:cubicBezTo>
                  <a:pt x="29079" y="8358"/>
                  <a:pt x="29078" y="8368"/>
                  <a:pt x="29076" y="8377"/>
                </a:cubicBezTo>
                <a:cubicBezTo>
                  <a:pt x="29074" y="8387"/>
                  <a:pt x="29071" y="8396"/>
                  <a:pt x="29068" y="8405"/>
                </a:cubicBezTo>
                <a:cubicBezTo>
                  <a:pt x="29064" y="8413"/>
                  <a:pt x="29059" y="8422"/>
                  <a:pt x="29054" y="8430"/>
                </a:cubicBezTo>
                <a:cubicBezTo>
                  <a:pt x="29049" y="8438"/>
                  <a:pt x="29043" y="8445"/>
                  <a:pt x="29036" y="8452"/>
                </a:cubicBezTo>
                <a:cubicBezTo>
                  <a:pt x="29029" y="8459"/>
                  <a:pt x="29022" y="8465"/>
                  <a:pt x="29014" y="8470"/>
                </a:cubicBezTo>
                <a:cubicBezTo>
                  <a:pt x="29006" y="8475"/>
                  <a:pt x="28998" y="8480"/>
                  <a:pt x="28989" y="8483"/>
                </a:cubicBezTo>
                <a:cubicBezTo>
                  <a:pt x="28980" y="8487"/>
                  <a:pt x="28971" y="8490"/>
                  <a:pt x="28962" y="8492"/>
                </a:cubicBezTo>
                <a:cubicBezTo>
                  <a:pt x="28952" y="8493"/>
                  <a:pt x="28943" y="8494"/>
                  <a:pt x="28933" y="8494"/>
                </a:cubicBezTo>
                <a:lnTo>
                  <a:pt x="145" y="8494"/>
                </a:lnTo>
                <a:cubicBezTo>
                  <a:pt x="136" y="8494"/>
                  <a:pt x="126" y="8493"/>
                  <a:pt x="117" y="8492"/>
                </a:cubicBezTo>
                <a:cubicBezTo>
                  <a:pt x="108" y="8490"/>
                  <a:pt x="99" y="8487"/>
                  <a:pt x="90" y="8483"/>
                </a:cubicBezTo>
                <a:cubicBezTo>
                  <a:pt x="81" y="8480"/>
                  <a:pt x="73" y="8475"/>
                  <a:pt x="65" y="8470"/>
                </a:cubicBezTo>
                <a:cubicBezTo>
                  <a:pt x="57" y="8465"/>
                  <a:pt x="49" y="8459"/>
                  <a:pt x="43" y="8452"/>
                </a:cubicBezTo>
                <a:cubicBezTo>
                  <a:pt x="36" y="8445"/>
                  <a:pt x="30" y="8438"/>
                  <a:pt x="25" y="8430"/>
                </a:cubicBezTo>
                <a:cubicBezTo>
                  <a:pt x="19" y="8422"/>
                  <a:pt x="15" y="8413"/>
                  <a:pt x="11" y="8405"/>
                </a:cubicBezTo>
                <a:cubicBezTo>
                  <a:pt x="7" y="8396"/>
                  <a:pt x="5" y="8387"/>
                  <a:pt x="3" y="8377"/>
                </a:cubicBezTo>
                <a:cubicBezTo>
                  <a:pt x="1" y="8368"/>
                  <a:pt x="0" y="8358"/>
                  <a:pt x="0" y="8349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53560" y="941040"/>
            <a:ext cx="77950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Understanding the Project Structure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53560" y="1876680"/>
            <a:ext cx="29095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Repository Structure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19160" y="2689920"/>
            <a:ext cx="301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project-template/docs/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019160" y="3032640"/>
            <a:ext cx="6310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_config.yml          # Basic site settings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019160" y="3375720"/>
            <a:ext cx="1372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_data/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19160" y="3718440"/>
            <a:ext cx="7133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│   └── settings.yml     # Visual config and content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019160" y="4061520"/>
            <a:ext cx="6172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_pages/              # Your website pages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019160" y="4404240"/>
            <a:ext cx="6447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assets/              # Images and resources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019160" y="4747320"/>
            <a:ext cx="6035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_includes/           # Jekyll components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019160" y="5090040"/>
            <a:ext cx="5349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└── _layouts/            # HTML layouts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4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3560" y="941040"/>
            <a:ext cx="72259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2: Collaborator Management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53560" y="1876680"/>
            <a:ext cx="32011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Adding Team Members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057320" y="2508840"/>
            <a:ext cx="5508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1.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Repository Settings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Go to your repository settings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057320" y="2880360"/>
            <a:ext cx="4321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2.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Manage Access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Click "Manage access"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057320" y="3261240"/>
            <a:ext cx="7596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3.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Invite Collaborators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Add team members by GitHub username or email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695480" y="3609720"/>
            <a:ext cx="1829160" cy="390960"/>
          </a:xfrm>
          <a:custGeom>
            <a:avLst/>
            <a:gdLst/>
            <a:ahLst/>
            <a:rect l="0" t="0" r="r" b="b"/>
            <a:pathLst>
              <a:path w="5081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923" y="0"/>
                </a:lnTo>
                <a:cubicBezTo>
                  <a:pt x="4933" y="0"/>
                  <a:pt x="4943" y="1"/>
                  <a:pt x="4954" y="3"/>
                </a:cubicBezTo>
                <a:cubicBezTo>
                  <a:pt x="4964" y="5"/>
                  <a:pt x="4974" y="8"/>
                  <a:pt x="4983" y="12"/>
                </a:cubicBezTo>
                <a:cubicBezTo>
                  <a:pt x="4993" y="16"/>
                  <a:pt x="5002" y="21"/>
                  <a:pt x="5011" y="27"/>
                </a:cubicBezTo>
                <a:cubicBezTo>
                  <a:pt x="5020" y="33"/>
                  <a:pt x="5028" y="39"/>
                  <a:pt x="5035" y="47"/>
                </a:cubicBezTo>
                <a:cubicBezTo>
                  <a:pt x="5042" y="54"/>
                  <a:pt x="5049" y="62"/>
                  <a:pt x="5055" y="71"/>
                </a:cubicBezTo>
                <a:cubicBezTo>
                  <a:pt x="5060" y="79"/>
                  <a:pt x="5065" y="89"/>
                  <a:pt x="5069" y="98"/>
                </a:cubicBezTo>
                <a:cubicBezTo>
                  <a:pt x="5073" y="108"/>
                  <a:pt x="5076" y="118"/>
                  <a:pt x="5078" y="128"/>
                </a:cubicBezTo>
                <a:cubicBezTo>
                  <a:pt x="5080" y="138"/>
                  <a:pt x="5081" y="149"/>
                  <a:pt x="5081" y="159"/>
                </a:cubicBezTo>
                <a:lnTo>
                  <a:pt x="5081" y="927"/>
                </a:lnTo>
                <a:cubicBezTo>
                  <a:pt x="5081" y="938"/>
                  <a:pt x="5080" y="948"/>
                  <a:pt x="5078" y="958"/>
                </a:cubicBezTo>
                <a:cubicBezTo>
                  <a:pt x="5076" y="968"/>
                  <a:pt x="5073" y="978"/>
                  <a:pt x="5069" y="988"/>
                </a:cubicBezTo>
                <a:cubicBezTo>
                  <a:pt x="5065" y="998"/>
                  <a:pt x="5060" y="1007"/>
                  <a:pt x="5055" y="1015"/>
                </a:cubicBezTo>
                <a:cubicBezTo>
                  <a:pt x="5049" y="1024"/>
                  <a:pt x="5042" y="1032"/>
                  <a:pt x="5035" y="1040"/>
                </a:cubicBezTo>
                <a:cubicBezTo>
                  <a:pt x="5028" y="1047"/>
                  <a:pt x="5020" y="1053"/>
                  <a:pt x="5011" y="1059"/>
                </a:cubicBezTo>
                <a:cubicBezTo>
                  <a:pt x="5002" y="1065"/>
                  <a:pt x="4993" y="1070"/>
                  <a:pt x="4983" y="1074"/>
                </a:cubicBezTo>
                <a:cubicBezTo>
                  <a:pt x="4974" y="1078"/>
                  <a:pt x="4964" y="1081"/>
                  <a:pt x="4954" y="1083"/>
                </a:cubicBezTo>
                <a:cubicBezTo>
                  <a:pt x="4943" y="1085"/>
                  <a:pt x="4933" y="1086"/>
                  <a:pt x="4923" y="1086"/>
                </a:cubicBezTo>
                <a:lnTo>
                  <a:pt x="159" y="1086"/>
                </a:lnTo>
                <a:cubicBezTo>
                  <a:pt x="149" y="1086"/>
                  <a:pt x="138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9" y="1070"/>
                  <a:pt x="80" y="1065"/>
                  <a:pt x="71" y="1059"/>
                </a:cubicBezTo>
                <a:cubicBezTo>
                  <a:pt x="62" y="1053"/>
                  <a:pt x="54" y="1047"/>
                  <a:pt x="47" y="1040"/>
                </a:cubicBezTo>
                <a:cubicBezTo>
                  <a:pt x="40" y="1032"/>
                  <a:pt x="33" y="1024"/>
                  <a:pt x="27" y="1015"/>
                </a:cubicBezTo>
                <a:cubicBezTo>
                  <a:pt x="21" y="1007"/>
                  <a:pt x="17" y="998"/>
                  <a:pt x="13" y="988"/>
                </a:cubicBezTo>
                <a:cubicBezTo>
                  <a:pt x="9" y="978"/>
                  <a:pt x="6" y="968"/>
                  <a:pt x="4" y="958"/>
                </a:cubicBezTo>
                <a:cubicBezTo>
                  <a:pt x="1" y="948"/>
                  <a:pt x="0" y="938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057320" y="3661560"/>
            <a:ext cx="3688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4.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Required Teachers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Always add: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785120" y="3659400"/>
            <a:ext cx="1646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danielefadda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010280" y="3609720"/>
            <a:ext cx="1143360" cy="390960"/>
          </a:xfrm>
          <a:custGeom>
            <a:avLst/>
            <a:gdLst/>
            <a:ahLst/>
            <a:rect l="0" t="0" r="r" b="b"/>
            <a:pathLst>
              <a:path w="3176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17" y="0"/>
                </a:lnTo>
                <a:cubicBezTo>
                  <a:pt x="3028" y="0"/>
                  <a:pt x="3038" y="1"/>
                  <a:pt x="3048" y="3"/>
                </a:cubicBezTo>
                <a:cubicBezTo>
                  <a:pt x="3058" y="5"/>
                  <a:pt x="3068" y="8"/>
                  <a:pt x="3078" y="12"/>
                </a:cubicBezTo>
                <a:cubicBezTo>
                  <a:pt x="3087" y="16"/>
                  <a:pt x="3097" y="21"/>
                  <a:pt x="3105" y="27"/>
                </a:cubicBezTo>
                <a:cubicBezTo>
                  <a:pt x="3114" y="33"/>
                  <a:pt x="3122" y="39"/>
                  <a:pt x="3129" y="47"/>
                </a:cubicBezTo>
                <a:cubicBezTo>
                  <a:pt x="3137" y="54"/>
                  <a:pt x="3143" y="62"/>
                  <a:pt x="3149" y="71"/>
                </a:cubicBezTo>
                <a:cubicBezTo>
                  <a:pt x="3155" y="79"/>
                  <a:pt x="3160" y="89"/>
                  <a:pt x="3164" y="98"/>
                </a:cubicBezTo>
                <a:cubicBezTo>
                  <a:pt x="3168" y="108"/>
                  <a:pt x="3171" y="118"/>
                  <a:pt x="3173" y="128"/>
                </a:cubicBezTo>
                <a:cubicBezTo>
                  <a:pt x="3175" y="138"/>
                  <a:pt x="3176" y="149"/>
                  <a:pt x="3176" y="159"/>
                </a:cubicBezTo>
                <a:lnTo>
                  <a:pt x="3176" y="927"/>
                </a:lnTo>
                <a:cubicBezTo>
                  <a:pt x="3176" y="938"/>
                  <a:pt x="3175" y="948"/>
                  <a:pt x="3173" y="958"/>
                </a:cubicBezTo>
                <a:cubicBezTo>
                  <a:pt x="3171" y="968"/>
                  <a:pt x="3168" y="978"/>
                  <a:pt x="3164" y="988"/>
                </a:cubicBezTo>
                <a:cubicBezTo>
                  <a:pt x="3160" y="998"/>
                  <a:pt x="3155" y="1007"/>
                  <a:pt x="3149" y="1015"/>
                </a:cubicBezTo>
                <a:cubicBezTo>
                  <a:pt x="3143" y="1024"/>
                  <a:pt x="3137" y="1032"/>
                  <a:pt x="3129" y="1040"/>
                </a:cubicBezTo>
                <a:cubicBezTo>
                  <a:pt x="3122" y="1047"/>
                  <a:pt x="3114" y="1053"/>
                  <a:pt x="3105" y="1059"/>
                </a:cubicBezTo>
                <a:cubicBezTo>
                  <a:pt x="3097" y="1065"/>
                  <a:pt x="3087" y="1070"/>
                  <a:pt x="3078" y="1074"/>
                </a:cubicBezTo>
                <a:cubicBezTo>
                  <a:pt x="3068" y="1078"/>
                  <a:pt x="3058" y="1081"/>
                  <a:pt x="3048" y="1083"/>
                </a:cubicBezTo>
                <a:cubicBezTo>
                  <a:pt x="3038" y="1085"/>
                  <a:pt x="3028" y="1086"/>
                  <a:pt x="3017" y="1086"/>
                </a:cubicBezTo>
                <a:lnTo>
                  <a:pt x="159" y="1086"/>
                </a:lnTo>
                <a:cubicBezTo>
                  <a:pt x="148" y="1086"/>
                  <a:pt x="138" y="1085"/>
                  <a:pt x="128" y="1083"/>
                </a:cubicBezTo>
                <a:cubicBezTo>
                  <a:pt x="117" y="1081"/>
                  <a:pt x="107" y="1078"/>
                  <a:pt x="98" y="1074"/>
                </a:cubicBezTo>
                <a:cubicBezTo>
                  <a:pt x="88" y="1070"/>
                  <a:pt x="79" y="1065"/>
                  <a:pt x="70" y="1059"/>
                </a:cubicBezTo>
                <a:cubicBezTo>
                  <a:pt x="62" y="1053"/>
                  <a:pt x="54" y="1047"/>
                  <a:pt x="46" y="1040"/>
                </a:cubicBezTo>
                <a:cubicBezTo>
                  <a:pt x="39" y="1032"/>
                  <a:pt x="32" y="1024"/>
                  <a:pt x="27" y="1015"/>
                </a:cubicBezTo>
                <a:cubicBezTo>
                  <a:pt x="21" y="1007"/>
                  <a:pt x="16" y="998"/>
                  <a:pt x="12" y="988"/>
                </a:cubicBezTo>
                <a:cubicBezTo>
                  <a:pt x="8" y="978"/>
                  <a:pt x="5" y="968"/>
                  <a:pt x="3" y="958"/>
                </a:cubicBezTo>
                <a:cubicBezTo>
                  <a:pt x="1" y="948"/>
                  <a:pt x="0" y="938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522480" y="3661560"/>
            <a:ext cx="493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and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106400" y="3659400"/>
            <a:ext cx="960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Elecapp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095120" y="49431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53560" y="4200840"/>
            <a:ext cx="39679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Collaboration Best Practices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095120" y="5314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310760" y="4823280"/>
            <a:ext cx="6013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Clear Communication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Use GitHub issues for task tracking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095120" y="56959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10760" y="5194800"/>
            <a:ext cx="5411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Branch Protection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Consider protecting main branch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310760" y="5576040"/>
            <a:ext cx="6207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Code Reviews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Review each other's changes before merging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5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853560" y="941040"/>
            <a:ext cx="937836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3: Local Development Setup (Optional)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53560" y="1876680"/>
            <a:ext cx="392904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Ruby and Jekyll Installation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444840" y="2761920"/>
            <a:ext cx="1959840" cy="19440"/>
          </a:xfrm>
          <a:custGeom>
            <a:avLst/>
            <a:gdLst/>
            <a:ahLst/>
            <a:rect l="0" t="0" r="r" b="b"/>
            <a:pathLst>
              <a:path w="5444" h="54">
                <a:moveTo>
                  <a:pt x="3837" y="54"/>
                </a:moveTo>
                <a:lnTo>
                  <a:pt x="3294" y="54"/>
                </a:lnTo>
                <a:lnTo>
                  <a:pt x="3294" y="0"/>
                </a:lnTo>
                <a:lnTo>
                  <a:pt x="3837" y="0"/>
                </a:lnTo>
                <a:lnTo>
                  <a:pt x="3837" y="54"/>
                </a:lnTo>
                <a:moveTo>
                  <a:pt x="4268" y="0"/>
                </a:moveTo>
                <a:lnTo>
                  <a:pt x="5444" y="0"/>
                </a:lnTo>
                <a:lnTo>
                  <a:pt x="5444" y="54"/>
                </a:lnTo>
                <a:lnTo>
                  <a:pt x="4268" y="54"/>
                </a:lnTo>
                <a:lnTo>
                  <a:pt x="4268" y="0"/>
                </a:lnTo>
                <a:moveTo>
                  <a:pt x="3058" y="54"/>
                </a:moveTo>
                <a:lnTo>
                  <a:pt x="0" y="54"/>
                </a:lnTo>
                <a:lnTo>
                  <a:pt x="0" y="0"/>
                </a:lnTo>
                <a:lnTo>
                  <a:pt x="3058" y="0"/>
                </a:lnTo>
                <a:lnTo>
                  <a:pt x="3058" y="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57320" y="2508840"/>
            <a:ext cx="4386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1.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Install Ruby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Follow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IBMPlexSans"/>
                <a:ea typeface="IBMPlexSans"/>
              </a:rPr>
              <a:t>ofﬁcial Jekyll guide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228840" y="2857320"/>
            <a:ext cx="3619800" cy="390960"/>
          </a:xfrm>
          <a:custGeom>
            <a:avLst/>
            <a:gdLst/>
            <a:ahLst/>
            <a:rect l="0" t="0" r="r" b="b"/>
            <a:pathLst>
              <a:path w="10055" h="1086">
                <a:moveTo>
                  <a:pt x="0" y="92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896" y="0"/>
                </a:lnTo>
                <a:cubicBezTo>
                  <a:pt x="9907" y="0"/>
                  <a:pt x="9917" y="1"/>
                  <a:pt x="9927" y="3"/>
                </a:cubicBezTo>
                <a:cubicBezTo>
                  <a:pt x="9937" y="5"/>
                  <a:pt x="9947" y="8"/>
                  <a:pt x="9957" y="12"/>
                </a:cubicBezTo>
                <a:cubicBezTo>
                  <a:pt x="9967" y="16"/>
                  <a:pt x="9976" y="21"/>
                  <a:pt x="9984" y="27"/>
                </a:cubicBezTo>
                <a:cubicBezTo>
                  <a:pt x="9993" y="33"/>
                  <a:pt x="10001" y="39"/>
                  <a:pt x="10009" y="46"/>
                </a:cubicBezTo>
                <a:cubicBezTo>
                  <a:pt x="10016" y="54"/>
                  <a:pt x="10022" y="62"/>
                  <a:pt x="10028" y="71"/>
                </a:cubicBezTo>
                <a:cubicBezTo>
                  <a:pt x="10034" y="79"/>
                  <a:pt x="10039" y="88"/>
                  <a:pt x="10043" y="98"/>
                </a:cubicBezTo>
                <a:cubicBezTo>
                  <a:pt x="10047" y="108"/>
                  <a:pt x="10050" y="118"/>
                  <a:pt x="10052" y="128"/>
                </a:cubicBezTo>
                <a:cubicBezTo>
                  <a:pt x="10054" y="138"/>
                  <a:pt x="10055" y="148"/>
                  <a:pt x="10055" y="159"/>
                </a:cubicBezTo>
                <a:lnTo>
                  <a:pt x="10055" y="927"/>
                </a:lnTo>
                <a:cubicBezTo>
                  <a:pt x="10055" y="937"/>
                  <a:pt x="10054" y="948"/>
                  <a:pt x="10052" y="958"/>
                </a:cubicBezTo>
                <a:cubicBezTo>
                  <a:pt x="10050" y="968"/>
                  <a:pt x="10047" y="978"/>
                  <a:pt x="10043" y="988"/>
                </a:cubicBezTo>
                <a:cubicBezTo>
                  <a:pt x="10039" y="997"/>
                  <a:pt x="10034" y="1007"/>
                  <a:pt x="10028" y="1015"/>
                </a:cubicBezTo>
                <a:cubicBezTo>
                  <a:pt x="10022" y="1024"/>
                  <a:pt x="10016" y="1032"/>
                  <a:pt x="10009" y="1039"/>
                </a:cubicBezTo>
                <a:cubicBezTo>
                  <a:pt x="10001" y="1047"/>
                  <a:pt x="9993" y="1053"/>
                  <a:pt x="9984" y="1059"/>
                </a:cubicBezTo>
                <a:cubicBezTo>
                  <a:pt x="9976" y="1065"/>
                  <a:pt x="9967" y="1070"/>
                  <a:pt x="9957" y="1074"/>
                </a:cubicBezTo>
                <a:cubicBezTo>
                  <a:pt x="9947" y="1078"/>
                  <a:pt x="9937" y="1081"/>
                  <a:pt x="9927" y="1083"/>
                </a:cubicBezTo>
                <a:cubicBezTo>
                  <a:pt x="9917" y="1085"/>
                  <a:pt x="9907" y="1086"/>
                  <a:pt x="9896" y="1086"/>
                </a:cubicBezTo>
                <a:lnTo>
                  <a:pt x="159" y="1086"/>
                </a:lnTo>
                <a:cubicBezTo>
                  <a:pt x="148" y="1086"/>
                  <a:pt x="138" y="1085"/>
                  <a:pt x="128" y="1083"/>
                </a:cubicBezTo>
                <a:cubicBezTo>
                  <a:pt x="117" y="1081"/>
                  <a:pt x="108" y="1078"/>
                  <a:pt x="98" y="1074"/>
                </a:cubicBezTo>
                <a:cubicBezTo>
                  <a:pt x="88" y="1070"/>
                  <a:pt x="79" y="1065"/>
                  <a:pt x="70" y="1059"/>
                </a:cubicBezTo>
                <a:cubicBezTo>
                  <a:pt x="62" y="1053"/>
                  <a:pt x="54" y="1047"/>
                  <a:pt x="46" y="1039"/>
                </a:cubicBezTo>
                <a:cubicBezTo>
                  <a:pt x="39" y="1032"/>
                  <a:pt x="32" y="1024"/>
                  <a:pt x="27" y="1015"/>
                </a:cubicBezTo>
                <a:cubicBezTo>
                  <a:pt x="21" y="1007"/>
                  <a:pt x="16" y="997"/>
                  <a:pt x="12" y="988"/>
                </a:cubicBezTo>
                <a:cubicBezTo>
                  <a:pt x="8" y="978"/>
                  <a:pt x="5" y="968"/>
                  <a:pt x="3" y="958"/>
                </a:cubicBezTo>
                <a:cubicBezTo>
                  <a:pt x="1" y="948"/>
                  <a:pt x="0" y="937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057320" y="2899440"/>
            <a:ext cx="2202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2.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Clone Repository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324600" y="2907000"/>
            <a:ext cx="3429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git clone [your-repo-url]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676320" y="3257280"/>
            <a:ext cx="2105640" cy="390960"/>
          </a:xfrm>
          <a:custGeom>
            <a:avLst/>
            <a:gdLst/>
            <a:ahLst/>
            <a:rect l="0" t="0" r="r" b="b"/>
            <a:pathLst>
              <a:path w="5849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90" y="0"/>
                </a:lnTo>
                <a:cubicBezTo>
                  <a:pt x="5700" y="0"/>
                  <a:pt x="5711" y="1"/>
                  <a:pt x="5721" y="3"/>
                </a:cubicBezTo>
                <a:cubicBezTo>
                  <a:pt x="5731" y="5"/>
                  <a:pt x="5741" y="8"/>
                  <a:pt x="5751" y="12"/>
                </a:cubicBezTo>
                <a:cubicBezTo>
                  <a:pt x="5760" y="16"/>
                  <a:pt x="5769" y="21"/>
                  <a:pt x="5778" y="27"/>
                </a:cubicBezTo>
                <a:cubicBezTo>
                  <a:pt x="5787" y="33"/>
                  <a:pt x="5795" y="39"/>
                  <a:pt x="5802" y="47"/>
                </a:cubicBezTo>
                <a:cubicBezTo>
                  <a:pt x="5810" y="54"/>
                  <a:pt x="5816" y="62"/>
                  <a:pt x="5822" y="71"/>
                </a:cubicBezTo>
                <a:cubicBezTo>
                  <a:pt x="5828" y="79"/>
                  <a:pt x="5833" y="89"/>
                  <a:pt x="5837" y="98"/>
                </a:cubicBezTo>
                <a:cubicBezTo>
                  <a:pt x="5841" y="108"/>
                  <a:pt x="5844" y="118"/>
                  <a:pt x="5846" y="128"/>
                </a:cubicBezTo>
                <a:cubicBezTo>
                  <a:pt x="5848" y="138"/>
                  <a:pt x="5849" y="149"/>
                  <a:pt x="5849" y="159"/>
                </a:cubicBezTo>
                <a:lnTo>
                  <a:pt x="5849" y="927"/>
                </a:lnTo>
                <a:cubicBezTo>
                  <a:pt x="5849" y="938"/>
                  <a:pt x="5848" y="948"/>
                  <a:pt x="5846" y="958"/>
                </a:cubicBezTo>
                <a:cubicBezTo>
                  <a:pt x="5844" y="968"/>
                  <a:pt x="5841" y="978"/>
                  <a:pt x="5837" y="988"/>
                </a:cubicBezTo>
                <a:cubicBezTo>
                  <a:pt x="5833" y="998"/>
                  <a:pt x="5828" y="1007"/>
                  <a:pt x="5822" y="1015"/>
                </a:cubicBezTo>
                <a:cubicBezTo>
                  <a:pt x="5816" y="1024"/>
                  <a:pt x="5810" y="1032"/>
                  <a:pt x="5802" y="1040"/>
                </a:cubicBezTo>
                <a:cubicBezTo>
                  <a:pt x="5795" y="1047"/>
                  <a:pt x="5787" y="1053"/>
                  <a:pt x="5778" y="1059"/>
                </a:cubicBezTo>
                <a:cubicBezTo>
                  <a:pt x="5769" y="1065"/>
                  <a:pt x="5760" y="1070"/>
                  <a:pt x="5751" y="1074"/>
                </a:cubicBezTo>
                <a:cubicBezTo>
                  <a:pt x="5741" y="1078"/>
                  <a:pt x="5731" y="1081"/>
                  <a:pt x="5721" y="1083"/>
                </a:cubicBezTo>
                <a:cubicBezTo>
                  <a:pt x="5711" y="1085"/>
                  <a:pt x="5700" y="1086"/>
                  <a:pt x="5690" y="1086"/>
                </a:cubicBezTo>
                <a:lnTo>
                  <a:pt x="159" y="1086"/>
                </a:lnTo>
                <a:cubicBezTo>
                  <a:pt x="149" y="1086"/>
                  <a:pt x="138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9" y="1070"/>
                  <a:pt x="80" y="1065"/>
                  <a:pt x="71" y="1059"/>
                </a:cubicBezTo>
                <a:cubicBezTo>
                  <a:pt x="62" y="1053"/>
                  <a:pt x="54" y="1047"/>
                  <a:pt x="47" y="1040"/>
                </a:cubicBezTo>
                <a:cubicBezTo>
                  <a:pt x="40" y="1032"/>
                  <a:pt x="33" y="1024"/>
                  <a:pt x="27" y="1015"/>
                </a:cubicBezTo>
                <a:cubicBezTo>
                  <a:pt x="21" y="1007"/>
                  <a:pt x="16" y="998"/>
                  <a:pt x="12" y="988"/>
                </a:cubicBezTo>
                <a:cubicBezTo>
                  <a:pt x="9" y="978"/>
                  <a:pt x="5" y="968"/>
                  <a:pt x="3" y="958"/>
                </a:cubicBezTo>
                <a:cubicBezTo>
                  <a:pt x="1" y="948"/>
                  <a:pt x="0" y="938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057320" y="3299400"/>
            <a:ext cx="2657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3.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Install Dependencies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771000" y="3306960"/>
            <a:ext cx="1920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bundle install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943000" y="3657240"/>
            <a:ext cx="3476880" cy="390960"/>
          </a:xfrm>
          <a:custGeom>
            <a:avLst/>
            <a:gdLst/>
            <a:ahLst/>
            <a:rect l="0" t="0" r="r" b="b"/>
            <a:pathLst>
              <a:path w="9658" h="1086">
                <a:moveTo>
                  <a:pt x="0" y="928"/>
                </a:moveTo>
                <a:lnTo>
                  <a:pt x="0" y="160"/>
                </a:lnTo>
                <a:cubicBezTo>
                  <a:pt x="0" y="150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9500" y="0"/>
                </a:lnTo>
                <a:cubicBezTo>
                  <a:pt x="9510" y="0"/>
                  <a:pt x="9520" y="2"/>
                  <a:pt x="9531" y="4"/>
                </a:cubicBezTo>
                <a:cubicBezTo>
                  <a:pt x="9541" y="6"/>
                  <a:pt x="9551" y="9"/>
                  <a:pt x="9560" y="13"/>
                </a:cubicBezTo>
                <a:cubicBezTo>
                  <a:pt x="9570" y="17"/>
                  <a:pt x="9579" y="21"/>
                  <a:pt x="9588" y="27"/>
                </a:cubicBezTo>
                <a:cubicBezTo>
                  <a:pt x="9597" y="33"/>
                  <a:pt x="9605" y="40"/>
                  <a:pt x="9612" y="47"/>
                </a:cubicBezTo>
                <a:cubicBezTo>
                  <a:pt x="9619" y="54"/>
                  <a:pt x="9626" y="62"/>
                  <a:pt x="9632" y="71"/>
                </a:cubicBezTo>
                <a:cubicBezTo>
                  <a:pt x="9637" y="80"/>
                  <a:pt x="9642" y="89"/>
                  <a:pt x="9646" y="98"/>
                </a:cubicBezTo>
                <a:cubicBezTo>
                  <a:pt x="9650" y="108"/>
                  <a:pt x="9653" y="118"/>
                  <a:pt x="9655" y="128"/>
                </a:cubicBezTo>
                <a:cubicBezTo>
                  <a:pt x="9657" y="139"/>
                  <a:pt x="9658" y="150"/>
                  <a:pt x="9658" y="160"/>
                </a:cubicBezTo>
                <a:lnTo>
                  <a:pt x="9658" y="928"/>
                </a:lnTo>
                <a:cubicBezTo>
                  <a:pt x="9658" y="938"/>
                  <a:pt x="9657" y="948"/>
                  <a:pt x="9655" y="959"/>
                </a:cubicBezTo>
                <a:cubicBezTo>
                  <a:pt x="9653" y="969"/>
                  <a:pt x="9650" y="979"/>
                  <a:pt x="9646" y="988"/>
                </a:cubicBezTo>
                <a:cubicBezTo>
                  <a:pt x="9642" y="998"/>
                  <a:pt x="9637" y="1007"/>
                  <a:pt x="9632" y="1016"/>
                </a:cubicBezTo>
                <a:cubicBezTo>
                  <a:pt x="9626" y="1024"/>
                  <a:pt x="9619" y="1032"/>
                  <a:pt x="9612" y="1040"/>
                </a:cubicBezTo>
                <a:cubicBezTo>
                  <a:pt x="9605" y="1047"/>
                  <a:pt x="9597" y="1054"/>
                  <a:pt x="9588" y="1060"/>
                </a:cubicBezTo>
                <a:cubicBezTo>
                  <a:pt x="9579" y="1065"/>
                  <a:pt x="9570" y="1070"/>
                  <a:pt x="9560" y="1074"/>
                </a:cubicBezTo>
                <a:cubicBezTo>
                  <a:pt x="9551" y="1078"/>
                  <a:pt x="9541" y="1081"/>
                  <a:pt x="9531" y="1083"/>
                </a:cubicBezTo>
                <a:cubicBezTo>
                  <a:pt x="9520" y="1085"/>
                  <a:pt x="9510" y="1086"/>
                  <a:pt x="9500" y="1086"/>
                </a:cubicBezTo>
                <a:lnTo>
                  <a:pt x="159" y="1086"/>
                </a:lnTo>
                <a:cubicBezTo>
                  <a:pt x="148" y="1086"/>
                  <a:pt x="138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8" y="1070"/>
                  <a:pt x="79" y="1065"/>
                  <a:pt x="71" y="1060"/>
                </a:cubicBezTo>
                <a:cubicBezTo>
                  <a:pt x="62" y="1054"/>
                  <a:pt x="54" y="1047"/>
                  <a:pt x="47" y="1040"/>
                </a:cubicBezTo>
                <a:cubicBezTo>
                  <a:pt x="39" y="1032"/>
                  <a:pt x="33" y="1024"/>
                  <a:pt x="27" y="1016"/>
                </a:cubicBezTo>
                <a:cubicBezTo>
                  <a:pt x="21" y="1007"/>
                  <a:pt x="16" y="998"/>
                  <a:pt x="12" y="988"/>
                </a:cubicBezTo>
                <a:cubicBezTo>
                  <a:pt x="8" y="979"/>
                  <a:pt x="5" y="969"/>
                  <a:pt x="3" y="959"/>
                </a:cubicBezTo>
                <a:cubicBezTo>
                  <a:pt x="1" y="948"/>
                  <a:pt x="0" y="938"/>
                  <a:pt x="0" y="92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057320" y="3699360"/>
            <a:ext cx="1914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4.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Launch Server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039120" y="3707280"/>
            <a:ext cx="3292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bundle exec jekyll serve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638080" y="4057560"/>
            <a:ext cx="4715280" cy="390960"/>
          </a:xfrm>
          <a:custGeom>
            <a:avLst/>
            <a:gdLst/>
            <a:ahLst/>
            <a:rect l="0" t="0" r="r" b="b"/>
            <a:pathLst>
              <a:path w="13098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9"/>
                  <a:pt x="4" y="129"/>
                </a:cubicBezTo>
                <a:cubicBezTo>
                  <a:pt x="6" y="118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940" y="0"/>
                </a:lnTo>
                <a:cubicBezTo>
                  <a:pt x="12950" y="0"/>
                  <a:pt x="12960" y="1"/>
                  <a:pt x="12971" y="3"/>
                </a:cubicBezTo>
                <a:cubicBezTo>
                  <a:pt x="12981" y="5"/>
                  <a:pt x="12991" y="8"/>
                  <a:pt x="13000" y="12"/>
                </a:cubicBezTo>
                <a:cubicBezTo>
                  <a:pt x="13010" y="16"/>
                  <a:pt x="13019" y="21"/>
                  <a:pt x="13028" y="27"/>
                </a:cubicBezTo>
                <a:cubicBezTo>
                  <a:pt x="13036" y="32"/>
                  <a:pt x="13044" y="39"/>
                  <a:pt x="13052" y="46"/>
                </a:cubicBezTo>
                <a:cubicBezTo>
                  <a:pt x="13059" y="54"/>
                  <a:pt x="13066" y="62"/>
                  <a:pt x="13072" y="70"/>
                </a:cubicBezTo>
                <a:cubicBezTo>
                  <a:pt x="13077" y="79"/>
                  <a:pt x="13082" y="88"/>
                  <a:pt x="13086" y="98"/>
                </a:cubicBezTo>
                <a:cubicBezTo>
                  <a:pt x="13090" y="107"/>
                  <a:pt x="13093" y="118"/>
                  <a:pt x="13095" y="129"/>
                </a:cubicBezTo>
                <a:cubicBezTo>
                  <a:pt x="13097" y="139"/>
                  <a:pt x="13098" y="149"/>
                  <a:pt x="13098" y="159"/>
                </a:cubicBezTo>
                <a:lnTo>
                  <a:pt x="13098" y="927"/>
                </a:lnTo>
                <a:cubicBezTo>
                  <a:pt x="13098" y="937"/>
                  <a:pt x="13097" y="948"/>
                  <a:pt x="13095" y="958"/>
                </a:cubicBezTo>
                <a:cubicBezTo>
                  <a:pt x="13093" y="968"/>
                  <a:pt x="13090" y="978"/>
                  <a:pt x="13086" y="988"/>
                </a:cubicBezTo>
                <a:cubicBezTo>
                  <a:pt x="13082" y="997"/>
                  <a:pt x="13077" y="1006"/>
                  <a:pt x="13072" y="1015"/>
                </a:cubicBezTo>
                <a:cubicBezTo>
                  <a:pt x="13066" y="1024"/>
                  <a:pt x="13059" y="1032"/>
                  <a:pt x="13052" y="1039"/>
                </a:cubicBezTo>
                <a:cubicBezTo>
                  <a:pt x="13044" y="1046"/>
                  <a:pt x="13036" y="1053"/>
                  <a:pt x="13028" y="1059"/>
                </a:cubicBezTo>
                <a:cubicBezTo>
                  <a:pt x="13019" y="1065"/>
                  <a:pt x="13010" y="1069"/>
                  <a:pt x="13000" y="1073"/>
                </a:cubicBezTo>
                <a:cubicBezTo>
                  <a:pt x="12991" y="1077"/>
                  <a:pt x="12981" y="1080"/>
                  <a:pt x="12971" y="1082"/>
                </a:cubicBezTo>
                <a:cubicBezTo>
                  <a:pt x="12960" y="1085"/>
                  <a:pt x="12950" y="1086"/>
                  <a:pt x="12940" y="1086"/>
                </a:cubicBezTo>
                <a:lnTo>
                  <a:pt x="159" y="1086"/>
                </a:lnTo>
                <a:cubicBezTo>
                  <a:pt x="149" y="1086"/>
                  <a:pt x="138" y="1085"/>
                  <a:pt x="128" y="1082"/>
                </a:cubicBezTo>
                <a:cubicBezTo>
                  <a:pt x="118" y="1080"/>
                  <a:pt x="108" y="1077"/>
                  <a:pt x="98" y="1073"/>
                </a:cubicBezTo>
                <a:cubicBezTo>
                  <a:pt x="89" y="1069"/>
                  <a:pt x="80" y="1065"/>
                  <a:pt x="71" y="1059"/>
                </a:cubicBezTo>
                <a:cubicBezTo>
                  <a:pt x="62" y="1053"/>
                  <a:pt x="54" y="1046"/>
                  <a:pt x="47" y="1039"/>
                </a:cubicBezTo>
                <a:cubicBezTo>
                  <a:pt x="40" y="1032"/>
                  <a:pt x="33" y="1024"/>
                  <a:pt x="27" y="1015"/>
                </a:cubicBezTo>
                <a:cubicBezTo>
                  <a:pt x="21" y="1006"/>
                  <a:pt x="17" y="997"/>
                  <a:pt x="13" y="988"/>
                </a:cubicBezTo>
                <a:cubicBezTo>
                  <a:pt x="9" y="978"/>
                  <a:pt x="6" y="968"/>
                  <a:pt x="4" y="958"/>
                </a:cubicBezTo>
                <a:cubicBezTo>
                  <a:pt x="1" y="948"/>
                  <a:pt x="0" y="937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57320" y="4099680"/>
            <a:ext cx="1604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5.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Access Site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731320" y="4107240"/>
            <a:ext cx="4527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http://127.0.0.1:4000/[repo-name]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095120" y="5391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853560" y="4638960"/>
            <a:ext cx="42523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Beneﬁts of Local Development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095120" y="5762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199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310760" y="5271120"/>
            <a:ext cx="4820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Faster Testing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Immediate preview of changes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095120" y="6143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310760" y="5642640"/>
            <a:ext cx="5307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Offline Work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No internet required for development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310760" y="6023520"/>
            <a:ext cx="4175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Advanced Editing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Use your favorite 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6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53560" y="941040"/>
            <a:ext cx="78775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4: Editing Files - Three Methods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095120" y="2781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53560" y="2028960"/>
            <a:ext cx="44254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Method 1: Direct GitHub Editing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095120" y="3152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09"/>
                  <a:pt x="121" y="213"/>
                  <a:pt x="107" y="213"/>
                </a:cubicBezTo>
                <a:cubicBezTo>
                  <a:pt x="93" y="213"/>
                  <a:pt x="80" y="209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310760" y="2661120"/>
            <a:ext cx="4691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Simple Changes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Edit ﬁles directly in browser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095120" y="35337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3"/>
                </a:cubicBezTo>
                <a:cubicBezTo>
                  <a:pt x="54" y="198"/>
                  <a:pt x="42" y="190"/>
                  <a:pt x="32" y="180"/>
                </a:cubicBezTo>
                <a:cubicBezTo>
                  <a:pt x="22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0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310760" y="3032640"/>
            <a:ext cx="4521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Quick Updates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Perfect for content changes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310760" y="3413880"/>
            <a:ext cx="4057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No Setup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No local installation required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095120" y="4695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53560" y="3953160"/>
            <a:ext cx="420120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Method 2: GitHub Codespaces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095120" y="5067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310760" y="4575960"/>
            <a:ext cx="3847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Advanced Editor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Full IDE in browser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310760" y="4947120"/>
            <a:ext cx="4184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Syntax Highlighting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Better code editing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095120" y="5771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310760" y="5271120"/>
            <a:ext cx="1137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experience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310760" y="5652000"/>
            <a:ext cx="3684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Extensions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Install Prettier for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310760" y="5966280"/>
            <a:ext cx="1076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formatting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448320" y="2781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2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210360" y="2028960"/>
            <a:ext cx="413820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Method 3: Local Development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667560" y="2661120"/>
            <a:ext cx="3895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Full Control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Use any editor (VS Code,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448320" y="3476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2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667560" y="2975760"/>
            <a:ext cx="1415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Sublime, etc.)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448320" y="3857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2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667560" y="3356640"/>
            <a:ext cx="4310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Git Integration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Advanced version control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667560" y="3737520"/>
            <a:ext cx="39513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Offline Work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No internet dependency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7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861840" y="1814400"/>
            <a:ext cx="10468440" cy="4772160"/>
          </a:xfrm>
          <a:custGeom>
            <a:avLst/>
            <a:gdLst/>
            <a:ahLst/>
            <a:rect l="0" t="0" r="r" b="b"/>
            <a:pathLst>
              <a:path w="29079" h="13256">
                <a:moveTo>
                  <a:pt x="0" y="131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4"/>
                  <a:pt x="28980" y="7"/>
                  <a:pt x="28989" y="11"/>
                </a:cubicBezTo>
                <a:cubicBezTo>
                  <a:pt x="28998" y="15"/>
                  <a:pt x="29006" y="19"/>
                  <a:pt x="29014" y="24"/>
                </a:cubicBezTo>
                <a:cubicBezTo>
                  <a:pt x="29022" y="30"/>
                  <a:pt x="29029" y="36"/>
                  <a:pt x="29036" y="42"/>
                </a:cubicBezTo>
                <a:cubicBezTo>
                  <a:pt x="29043" y="49"/>
                  <a:pt x="29049" y="57"/>
                  <a:pt x="29054" y="64"/>
                </a:cubicBezTo>
                <a:cubicBezTo>
                  <a:pt x="29059" y="72"/>
                  <a:pt x="29064" y="81"/>
                  <a:pt x="29068" y="90"/>
                </a:cubicBezTo>
                <a:cubicBezTo>
                  <a:pt x="29071" y="98"/>
                  <a:pt x="29074" y="108"/>
                  <a:pt x="29076" y="117"/>
                </a:cubicBezTo>
                <a:cubicBezTo>
                  <a:pt x="29078" y="126"/>
                  <a:pt x="29079" y="136"/>
                  <a:pt x="29079" y="145"/>
                </a:cubicBezTo>
                <a:lnTo>
                  <a:pt x="29079" y="13111"/>
                </a:lnTo>
                <a:cubicBezTo>
                  <a:pt x="29079" y="13120"/>
                  <a:pt x="29078" y="13130"/>
                  <a:pt x="29076" y="13139"/>
                </a:cubicBezTo>
                <a:cubicBezTo>
                  <a:pt x="29074" y="13149"/>
                  <a:pt x="29071" y="13158"/>
                  <a:pt x="29068" y="13167"/>
                </a:cubicBezTo>
                <a:cubicBezTo>
                  <a:pt x="29064" y="13175"/>
                  <a:pt x="29059" y="13184"/>
                  <a:pt x="29054" y="13192"/>
                </a:cubicBezTo>
                <a:cubicBezTo>
                  <a:pt x="29049" y="13200"/>
                  <a:pt x="29043" y="13207"/>
                  <a:pt x="29036" y="13214"/>
                </a:cubicBezTo>
                <a:cubicBezTo>
                  <a:pt x="29029" y="13221"/>
                  <a:pt x="29022" y="13227"/>
                  <a:pt x="29014" y="13232"/>
                </a:cubicBezTo>
                <a:cubicBezTo>
                  <a:pt x="29006" y="13237"/>
                  <a:pt x="28998" y="13242"/>
                  <a:pt x="28989" y="13245"/>
                </a:cubicBezTo>
                <a:cubicBezTo>
                  <a:pt x="28980" y="13249"/>
                  <a:pt x="28971" y="13252"/>
                  <a:pt x="28962" y="13254"/>
                </a:cubicBezTo>
                <a:cubicBezTo>
                  <a:pt x="28952" y="13256"/>
                  <a:pt x="28943" y="13256"/>
                  <a:pt x="28933" y="13256"/>
                </a:cubicBezTo>
                <a:lnTo>
                  <a:pt x="145" y="13256"/>
                </a:lnTo>
                <a:cubicBezTo>
                  <a:pt x="136" y="13256"/>
                  <a:pt x="126" y="13256"/>
                  <a:pt x="117" y="13254"/>
                </a:cubicBezTo>
                <a:cubicBezTo>
                  <a:pt x="108" y="13252"/>
                  <a:pt x="99" y="13249"/>
                  <a:pt x="90" y="13245"/>
                </a:cubicBezTo>
                <a:cubicBezTo>
                  <a:pt x="81" y="13242"/>
                  <a:pt x="73" y="13237"/>
                  <a:pt x="65" y="13232"/>
                </a:cubicBezTo>
                <a:cubicBezTo>
                  <a:pt x="57" y="13227"/>
                  <a:pt x="49" y="13221"/>
                  <a:pt x="43" y="13214"/>
                </a:cubicBezTo>
                <a:cubicBezTo>
                  <a:pt x="36" y="13207"/>
                  <a:pt x="30" y="13200"/>
                  <a:pt x="25" y="13192"/>
                </a:cubicBezTo>
                <a:cubicBezTo>
                  <a:pt x="19" y="13184"/>
                  <a:pt x="15" y="13175"/>
                  <a:pt x="11" y="13167"/>
                </a:cubicBezTo>
                <a:cubicBezTo>
                  <a:pt x="7" y="13158"/>
                  <a:pt x="5" y="13149"/>
                  <a:pt x="3" y="13139"/>
                </a:cubicBezTo>
                <a:cubicBezTo>
                  <a:pt x="1" y="13130"/>
                  <a:pt x="0" y="13120"/>
                  <a:pt x="0" y="1311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861840" y="1814400"/>
            <a:ext cx="10468440" cy="4772160"/>
          </a:xfrm>
          <a:custGeom>
            <a:avLst/>
            <a:gdLst/>
            <a:ahLst/>
            <a:rect l="0" t="0" r="r" b="b"/>
            <a:pathLst>
              <a:path fill="none" w="29079" h="13256">
                <a:moveTo>
                  <a:pt x="0" y="131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4"/>
                  <a:pt x="28980" y="7"/>
                  <a:pt x="28989" y="11"/>
                </a:cubicBezTo>
                <a:cubicBezTo>
                  <a:pt x="28998" y="15"/>
                  <a:pt x="29006" y="19"/>
                  <a:pt x="29014" y="24"/>
                </a:cubicBezTo>
                <a:cubicBezTo>
                  <a:pt x="29022" y="30"/>
                  <a:pt x="29029" y="36"/>
                  <a:pt x="29036" y="42"/>
                </a:cubicBezTo>
                <a:cubicBezTo>
                  <a:pt x="29043" y="49"/>
                  <a:pt x="29049" y="57"/>
                  <a:pt x="29054" y="64"/>
                </a:cubicBezTo>
                <a:cubicBezTo>
                  <a:pt x="29059" y="72"/>
                  <a:pt x="29064" y="81"/>
                  <a:pt x="29068" y="90"/>
                </a:cubicBezTo>
                <a:cubicBezTo>
                  <a:pt x="29071" y="98"/>
                  <a:pt x="29074" y="108"/>
                  <a:pt x="29076" y="117"/>
                </a:cubicBezTo>
                <a:cubicBezTo>
                  <a:pt x="29078" y="126"/>
                  <a:pt x="29079" y="136"/>
                  <a:pt x="29079" y="145"/>
                </a:cubicBezTo>
                <a:lnTo>
                  <a:pt x="29079" y="13111"/>
                </a:lnTo>
                <a:cubicBezTo>
                  <a:pt x="29079" y="13120"/>
                  <a:pt x="29078" y="13130"/>
                  <a:pt x="29076" y="13139"/>
                </a:cubicBezTo>
                <a:cubicBezTo>
                  <a:pt x="29074" y="13149"/>
                  <a:pt x="29071" y="13158"/>
                  <a:pt x="29068" y="13167"/>
                </a:cubicBezTo>
                <a:cubicBezTo>
                  <a:pt x="29064" y="13175"/>
                  <a:pt x="29059" y="13184"/>
                  <a:pt x="29054" y="13192"/>
                </a:cubicBezTo>
                <a:cubicBezTo>
                  <a:pt x="29049" y="13200"/>
                  <a:pt x="29043" y="13207"/>
                  <a:pt x="29036" y="13214"/>
                </a:cubicBezTo>
                <a:cubicBezTo>
                  <a:pt x="29029" y="13221"/>
                  <a:pt x="29022" y="13227"/>
                  <a:pt x="29014" y="13232"/>
                </a:cubicBezTo>
                <a:cubicBezTo>
                  <a:pt x="29006" y="13237"/>
                  <a:pt x="28998" y="13242"/>
                  <a:pt x="28989" y="13245"/>
                </a:cubicBezTo>
                <a:cubicBezTo>
                  <a:pt x="28980" y="13249"/>
                  <a:pt x="28971" y="13252"/>
                  <a:pt x="28962" y="13254"/>
                </a:cubicBezTo>
                <a:cubicBezTo>
                  <a:pt x="28952" y="13256"/>
                  <a:pt x="28943" y="13256"/>
                  <a:pt x="28933" y="13256"/>
                </a:cubicBezTo>
                <a:lnTo>
                  <a:pt x="145" y="13256"/>
                </a:lnTo>
                <a:cubicBezTo>
                  <a:pt x="136" y="13256"/>
                  <a:pt x="126" y="13256"/>
                  <a:pt x="117" y="13254"/>
                </a:cubicBezTo>
                <a:cubicBezTo>
                  <a:pt x="108" y="13252"/>
                  <a:pt x="99" y="13249"/>
                  <a:pt x="90" y="13245"/>
                </a:cubicBezTo>
                <a:cubicBezTo>
                  <a:pt x="81" y="13242"/>
                  <a:pt x="73" y="13237"/>
                  <a:pt x="65" y="13232"/>
                </a:cubicBezTo>
                <a:cubicBezTo>
                  <a:pt x="57" y="13227"/>
                  <a:pt x="49" y="13221"/>
                  <a:pt x="43" y="13214"/>
                </a:cubicBezTo>
                <a:cubicBezTo>
                  <a:pt x="36" y="13207"/>
                  <a:pt x="30" y="13200"/>
                  <a:pt x="25" y="13192"/>
                </a:cubicBezTo>
                <a:cubicBezTo>
                  <a:pt x="19" y="13184"/>
                  <a:pt x="15" y="13175"/>
                  <a:pt x="11" y="13167"/>
                </a:cubicBezTo>
                <a:cubicBezTo>
                  <a:pt x="7" y="13158"/>
                  <a:pt x="5" y="13149"/>
                  <a:pt x="3" y="13139"/>
                </a:cubicBezTo>
                <a:cubicBezTo>
                  <a:pt x="1" y="13130"/>
                  <a:pt x="0" y="13120"/>
                  <a:pt x="0" y="1311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853560" y="941040"/>
            <a:ext cx="67363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5: Conﬁguring _conﬁg.yml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019160" y="1994400"/>
            <a:ext cx="2881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Repository settings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019160" y="2337480"/>
            <a:ext cx="6172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baseurl: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"/g0-2025-website"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Your repo name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019160" y="2680200"/>
            <a:ext cx="7956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"https://username.github.io"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Your GitHub Pages URL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019160" y="3366000"/>
            <a:ext cx="2469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Site information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019160" y="3709080"/>
            <a:ext cx="370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"Your Project Title"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019160" y="4051800"/>
            <a:ext cx="3841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subtitle: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"Project Subtitle"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019160" y="4394880"/>
            <a:ext cx="5487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description: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"Brief project description"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019160" y="5080680"/>
            <a:ext cx="370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Repository links (footer)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019160" y="5423400"/>
            <a:ext cx="1646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github_repo: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19160" y="5766480"/>
            <a:ext cx="5487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name: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"Group 0 - Website repository"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019160" y="6109200"/>
            <a:ext cx="7681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"https://github.com/your-username/website-repo"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8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53560" y="941040"/>
            <a:ext cx="72763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6: GitHub Pages Deployment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853560" y="1876680"/>
            <a:ext cx="34318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Publishing Your Website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57320" y="2508840"/>
            <a:ext cx="4834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1.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Repository Settings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Go to Settings → Pages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666960" y="2857320"/>
            <a:ext cx="733680" cy="390960"/>
          </a:xfrm>
          <a:custGeom>
            <a:avLst/>
            <a:gdLst/>
            <a:ahLst/>
            <a:rect l="0" t="0" r="r" b="b"/>
            <a:pathLst>
              <a:path w="2038" h="1086">
                <a:moveTo>
                  <a:pt x="0" y="92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879" y="0"/>
                </a:lnTo>
                <a:cubicBezTo>
                  <a:pt x="1890" y="0"/>
                  <a:pt x="1900" y="1"/>
                  <a:pt x="1910" y="3"/>
                </a:cubicBezTo>
                <a:cubicBezTo>
                  <a:pt x="1921" y="5"/>
                  <a:pt x="1931" y="8"/>
                  <a:pt x="1940" y="12"/>
                </a:cubicBezTo>
                <a:cubicBezTo>
                  <a:pt x="1950" y="16"/>
                  <a:pt x="1959" y="21"/>
                  <a:pt x="1968" y="27"/>
                </a:cubicBezTo>
                <a:cubicBezTo>
                  <a:pt x="1976" y="33"/>
                  <a:pt x="1984" y="39"/>
                  <a:pt x="1992" y="46"/>
                </a:cubicBezTo>
                <a:cubicBezTo>
                  <a:pt x="1999" y="54"/>
                  <a:pt x="2006" y="62"/>
                  <a:pt x="2011" y="71"/>
                </a:cubicBezTo>
                <a:cubicBezTo>
                  <a:pt x="2017" y="79"/>
                  <a:pt x="2022" y="88"/>
                  <a:pt x="2026" y="98"/>
                </a:cubicBezTo>
                <a:cubicBezTo>
                  <a:pt x="2030" y="108"/>
                  <a:pt x="2033" y="118"/>
                  <a:pt x="2035" y="128"/>
                </a:cubicBezTo>
                <a:cubicBezTo>
                  <a:pt x="2037" y="138"/>
                  <a:pt x="2038" y="148"/>
                  <a:pt x="2038" y="159"/>
                </a:cubicBezTo>
                <a:lnTo>
                  <a:pt x="2038" y="927"/>
                </a:lnTo>
                <a:cubicBezTo>
                  <a:pt x="2038" y="937"/>
                  <a:pt x="2037" y="948"/>
                  <a:pt x="2035" y="958"/>
                </a:cubicBezTo>
                <a:cubicBezTo>
                  <a:pt x="2033" y="968"/>
                  <a:pt x="2030" y="978"/>
                  <a:pt x="2026" y="988"/>
                </a:cubicBezTo>
                <a:cubicBezTo>
                  <a:pt x="2022" y="997"/>
                  <a:pt x="2017" y="1007"/>
                  <a:pt x="2011" y="1015"/>
                </a:cubicBezTo>
                <a:cubicBezTo>
                  <a:pt x="2006" y="1024"/>
                  <a:pt x="1999" y="1032"/>
                  <a:pt x="1992" y="1039"/>
                </a:cubicBezTo>
                <a:cubicBezTo>
                  <a:pt x="1984" y="1047"/>
                  <a:pt x="1976" y="1053"/>
                  <a:pt x="1968" y="1059"/>
                </a:cubicBezTo>
                <a:cubicBezTo>
                  <a:pt x="1959" y="1065"/>
                  <a:pt x="1950" y="1070"/>
                  <a:pt x="1940" y="1074"/>
                </a:cubicBezTo>
                <a:cubicBezTo>
                  <a:pt x="1931" y="1078"/>
                  <a:pt x="1921" y="1081"/>
                  <a:pt x="1910" y="1083"/>
                </a:cubicBezTo>
                <a:cubicBezTo>
                  <a:pt x="1900" y="1085"/>
                  <a:pt x="1890" y="1086"/>
                  <a:pt x="1879" y="1086"/>
                </a:cubicBezTo>
                <a:lnTo>
                  <a:pt x="159" y="1086"/>
                </a:lnTo>
                <a:cubicBezTo>
                  <a:pt x="148" y="1086"/>
                  <a:pt x="138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8" y="1070"/>
                  <a:pt x="79" y="1065"/>
                  <a:pt x="71" y="1059"/>
                </a:cubicBezTo>
                <a:cubicBezTo>
                  <a:pt x="62" y="1053"/>
                  <a:pt x="54" y="1047"/>
                  <a:pt x="46" y="1039"/>
                </a:cubicBezTo>
                <a:cubicBezTo>
                  <a:pt x="39" y="1032"/>
                  <a:pt x="33" y="1024"/>
                  <a:pt x="27" y="1015"/>
                </a:cubicBezTo>
                <a:cubicBezTo>
                  <a:pt x="21" y="1007"/>
                  <a:pt x="16" y="997"/>
                  <a:pt x="12" y="988"/>
                </a:cubicBezTo>
                <a:cubicBezTo>
                  <a:pt x="8" y="978"/>
                  <a:pt x="5" y="968"/>
                  <a:pt x="3" y="958"/>
                </a:cubicBezTo>
                <a:cubicBezTo>
                  <a:pt x="1" y="948"/>
                  <a:pt x="0" y="937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057320" y="2899440"/>
            <a:ext cx="2636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2.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Source Branch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Select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759480" y="2907000"/>
            <a:ext cx="5493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main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399560" y="2899440"/>
            <a:ext cx="767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branch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771720" y="3257280"/>
            <a:ext cx="733680" cy="390960"/>
          </a:xfrm>
          <a:custGeom>
            <a:avLst/>
            <a:gdLst/>
            <a:ahLst/>
            <a:rect l="0" t="0" r="r" b="b"/>
            <a:pathLst>
              <a:path w="2038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880" y="0"/>
                </a:lnTo>
                <a:cubicBezTo>
                  <a:pt x="1890" y="0"/>
                  <a:pt x="1900" y="1"/>
                  <a:pt x="1911" y="3"/>
                </a:cubicBezTo>
                <a:cubicBezTo>
                  <a:pt x="1921" y="5"/>
                  <a:pt x="1931" y="8"/>
                  <a:pt x="1940" y="12"/>
                </a:cubicBezTo>
                <a:cubicBezTo>
                  <a:pt x="1950" y="16"/>
                  <a:pt x="1959" y="21"/>
                  <a:pt x="1968" y="27"/>
                </a:cubicBezTo>
                <a:cubicBezTo>
                  <a:pt x="1976" y="33"/>
                  <a:pt x="1984" y="39"/>
                  <a:pt x="1992" y="47"/>
                </a:cubicBezTo>
                <a:cubicBezTo>
                  <a:pt x="1999" y="54"/>
                  <a:pt x="2006" y="62"/>
                  <a:pt x="2012" y="71"/>
                </a:cubicBezTo>
                <a:cubicBezTo>
                  <a:pt x="2017" y="79"/>
                  <a:pt x="2022" y="89"/>
                  <a:pt x="2026" y="98"/>
                </a:cubicBezTo>
                <a:cubicBezTo>
                  <a:pt x="2030" y="108"/>
                  <a:pt x="2033" y="118"/>
                  <a:pt x="2035" y="128"/>
                </a:cubicBezTo>
                <a:cubicBezTo>
                  <a:pt x="2037" y="138"/>
                  <a:pt x="2038" y="149"/>
                  <a:pt x="2038" y="159"/>
                </a:cubicBezTo>
                <a:lnTo>
                  <a:pt x="2038" y="927"/>
                </a:lnTo>
                <a:cubicBezTo>
                  <a:pt x="2038" y="938"/>
                  <a:pt x="2037" y="948"/>
                  <a:pt x="2035" y="958"/>
                </a:cubicBezTo>
                <a:cubicBezTo>
                  <a:pt x="2033" y="968"/>
                  <a:pt x="2030" y="978"/>
                  <a:pt x="2026" y="988"/>
                </a:cubicBezTo>
                <a:cubicBezTo>
                  <a:pt x="2022" y="998"/>
                  <a:pt x="2017" y="1007"/>
                  <a:pt x="2012" y="1015"/>
                </a:cubicBezTo>
                <a:cubicBezTo>
                  <a:pt x="2006" y="1024"/>
                  <a:pt x="1999" y="1032"/>
                  <a:pt x="1992" y="1040"/>
                </a:cubicBezTo>
                <a:cubicBezTo>
                  <a:pt x="1984" y="1047"/>
                  <a:pt x="1976" y="1053"/>
                  <a:pt x="1968" y="1059"/>
                </a:cubicBezTo>
                <a:cubicBezTo>
                  <a:pt x="1959" y="1065"/>
                  <a:pt x="1950" y="1070"/>
                  <a:pt x="1940" y="1074"/>
                </a:cubicBezTo>
                <a:cubicBezTo>
                  <a:pt x="1931" y="1078"/>
                  <a:pt x="1921" y="1081"/>
                  <a:pt x="1911" y="1083"/>
                </a:cubicBezTo>
                <a:cubicBezTo>
                  <a:pt x="1900" y="1085"/>
                  <a:pt x="1890" y="1086"/>
                  <a:pt x="1880" y="1086"/>
                </a:cubicBezTo>
                <a:lnTo>
                  <a:pt x="159" y="1086"/>
                </a:lnTo>
                <a:cubicBezTo>
                  <a:pt x="148" y="1086"/>
                  <a:pt x="138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8" y="1070"/>
                  <a:pt x="79" y="1065"/>
                  <a:pt x="71" y="1059"/>
                </a:cubicBezTo>
                <a:cubicBezTo>
                  <a:pt x="62" y="1053"/>
                  <a:pt x="54" y="1047"/>
                  <a:pt x="46" y="1040"/>
                </a:cubicBezTo>
                <a:cubicBezTo>
                  <a:pt x="39" y="1032"/>
                  <a:pt x="33" y="1024"/>
                  <a:pt x="27" y="1015"/>
                </a:cubicBezTo>
                <a:cubicBezTo>
                  <a:pt x="21" y="1007"/>
                  <a:pt x="16" y="998"/>
                  <a:pt x="12" y="988"/>
                </a:cubicBezTo>
                <a:cubicBezTo>
                  <a:pt x="8" y="978"/>
                  <a:pt x="5" y="968"/>
                  <a:pt x="3" y="958"/>
                </a:cubicBezTo>
                <a:cubicBezTo>
                  <a:pt x="1" y="948"/>
                  <a:pt x="0" y="938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057320" y="3299400"/>
            <a:ext cx="2741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3.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Root Directory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Choose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863880" y="3306960"/>
            <a:ext cx="5493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docs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503960" y="3299400"/>
            <a:ext cx="660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folder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57320" y="3680280"/>
            <a:ext cx="5616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4.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Automatic Deployment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Site updates on every push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095120" y="4981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853560" y="4219920"/>
            <a:ext cx="25153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Your Website URL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190600" y="4819320"/>
            <a:ext cx="6077160" cy="390960"/>
          </a:xfrm>
          <a:custGeom>
            <a:avLst/>
            <a:gdLst/>
            <a:ahLst/>
            <a:rect l="0" t="0" r="r" b="b"/>
            <a:pathLst>
              <a:path w="16881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723" y="0"/>
                </a:lnTo>
                <a:cubicBezTo>
                  <a:pt x="16733" y="0"/>
                  <a:pt x="16743" y="1"/>
                  <a:pt x="16754" y="3"/>
                </a:cubicBezTo>
                <a:cubicBezTo>
                  <a:pt x="16764" y="5"/>
                  <a:pt x="16774" y="9"/>
                  <a:pt x="16783" y="12"/>
                </a:cubicBezTo>
                <a:cubicBezTo>
                  <a:pt x="16793" y="16"/>
                  <a:pt x="16802" y="21"/>
                  <a:pt x="16811" y="27"/>
                </a:cubicBezTo>
                <a:cubicBezTo>
                  <a:pt x="16819" y="33"/>
                  <a:pt x="16827" y="40"/>
                  <a:pt x="16835" y="47"/>
                </a:cubicBezTo>
                <a:cubicBezTo>
                  <a:pt x="16842" y="54"/>
                  <a:pt x="16849" y="62"/>
                  <a:pt x="16855" y="71"/>
                </a:cubicBezTo>
                <a:cubicBezTo>
                  <a:pt x="16860" y="80"/>
                  <a:pt x="16865" y="89"/>
                  <a:pt x="16869" y="98"/>
                </a:cubicBezTo>
                <a:cubicBezTo>
                  <a:pt x="16873" y="108"/>
                  <a:pt x="16876" y="118"/>
                  <a:pt x="16878" y="128"/>
                </a:cubicBezTo>
                <a:cubicBezTo>
                  <a:pt x="16880" y="138"/>
                  <a:pt x="16881" y="149"/>
                  <a:pt x="16881" y="159"/>
                </a:cubicBezTo>
                <a:lnTo>
                  <a:pt x="16881" y="927"/>
                </a:lnTo>
                <a:cubicBezTo>
                  <a:pt x="16881" y="938"/>
                  <a:pt x="16880" y="948"/>
                  <a:pt x="16878" y="958"/>
                </a:cubicBezTo>
                <a:cubicBezTo>
                  <a:pt x="16876" y="969"/>
                  <a:pt x="16873" y="979"/>
                  <a:pt x="16869" y="988"/>
                </a:cubicBezTo>
                <a:cubicBezTo>
                  <a:pt x="16865" y="998"/>
                  <a:pt x="16860" y="1007"/>
                  <a:pt x="16855" y="1016"/>
                </a:cubicBezTo>
                <a:cubicBezTo>
                  <a:pt x="16849" y="1024"/>
                  <a:pt x="16842" y="1032"/>
                  <a:pt x="16835" y="1040"/>
                </a:cubicBezTo>
                <a:cubicBezTo>
                  <a:pt x="16827" y="1047"/>
                  <a:pt x="16819" y="1054"/>
                  <a:pt x="16811" y="1059"/>
                </a:cubicBezTo>
                <a:cubicBezTo>
                  <a:pt x="16802" y="1065"/>
                  <a:pt x="16793" y="1070"/>
                  <a:pt x="16783" y="1074"/>
                </a:cubicBezTo>
                <a:cubicBezTo>
                  <a:pt x="16774" y="1078"/>
                  <a:pt x="16764" y="1081"/>
                  <a:pt x="16754" y="1083"/>
                </a:cubicBezTo>
                <a:cubicBezTo>
                  <a:pt x="16743" y="1085"/>
                  <a:pt x="16733" y="1086"/>
                  <a:pt x="16723" y="1086"/>
                </a:cubicBezTo>
                <a:lnTo>
                  <a:pt x="159" y="1086"/>
                </a:lnTo>
                <a:cubicBezTo>
                  <a:pt x="148" y="1086"/>
                  <a:pt x="138" y="1085"/>
                  <a:pt x="128" y="1083"/>
                </a:cubicBezTo>
                <a:cubicBezTo>
                  <a:pt x="117" y="1081"/>
                  <a:pt x="108" y="1078"/>
                  <a:pt x="98" y="1074"/>
                </a:cubicBezTo>
                <a:cubicBezTo>
                  <a:pt x="88" y="1070"/>
                  <a:pt x="79" y="1065"/>
                  <a:pt x="70" y="1059"/>
                </a:cubicBezTo>
                <a:cubicBezTo>
                  <a:pt x="62" y="1054"/>
                  <a:pt x="54" y="1047"/>
                  <a:pt x="46" y="1040"/>
                </a:cubicBezTo>
                <a:cubicBezTo>
                  <a:pt x="39" y="1032"/>
                  <a:pt x="32" y="1024"/>
                  <a:pt x="27" y="1016"/>
                </a:cubicBezTo>
                <a:cubicBezTo>
                  <a:pt x="21" y="1007"/>
                  <a:pt x="16" y="998"/>
                  <a:pt x="12" y="988"/>
                </a:cubicBezTo>
                <a:cubicBezTo>
                  <a:pt x="8" y="979"/>
                  <a:pt x="5" y="969"/>
                  <a:pt x="3" y="958"/>
                </a:cubicBezTo>
                <a:cubicBezTo>
                  <a:pt x="1" y="948"/>
                  <a:pt x="0" y="938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310760" y="4861440"/>
            <a:ext cx="898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Format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095120" y="5381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281680" y="4869000"/>
            <a:ext cx="5898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https://username.github.io/repository-name/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352600" y="5219640"/>
            <a:ext cx="5943960" cy="390600"/>
          </a:xfrm>
          <a:custGeom>
            <a:avLst/>
            <a:gdLst/>
            <a:ahLst/>
            <a:rect l="0" t="0" r="r" b="b"/>
            <a:pathLst>
              <a:path w="16511" h="1085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1" y="139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6352" y="0"/>
                </a:lnTo>
                <a:cubicBezTo>
                  <a:pt x="16362" y="0"/>
                  <a:pt x="16373" y="1"/>
                  <a:pt x="16383" y="3"/>
                </a:cubicBezTo>
                <a:cubicBezTo>
                  <a:pt x="16393" y="5"/>
                  <a:pt x="16403" y="8"/>
                  <a:pt x="16413" y="12"/>
                </a:cubicBezTo>
                <a:cubicBezTo>
                  <a:pt x="16422" y="16"/>
                  <a:pt x="16431" y="21"/>
                  <a:pt x="16440" y="26"/>
                </a:cubicBezTo>
                <a:cubicBezTo>
                  <a:pt x="16449" y="32"/>
                  <a:pt x="16457" y="39"/>
                  <a:pt x="16464" y="46"/>
                </a:cubicBezTo>
                <a:cubicBezTo>
                  <a:pt x="16472" y="54"/>
                  <a:pt x="16478" y="62"/>
                  <a:pt x="16484" y="70"/>
                </a:cubicBezTo>
                <a:cubicBezTo>
                  <a:pt x="16490" y="79"/>
                  <a:pt x="16495" y="88"/>
                  <a:pt x="16499" y="98"/>
                </a:cubicBezTo>
                <a:cubicBezTo>
                  <a:pt x="16503" y="107"/>
                  <a:pt x="16506" y="117"/>
                  <a:pt x="16508" y="127"/>
                </a:cubicBezTo>
                <a:cubicBezTo>
                  <a:pt x="16510" y="139"/>
                  <a:pt x="16511" y="149"/>
                  <a:pt x="16511" y="159"/>
                </a:cubicBezTo>
                <a:lnTo>
                  <a:pt x="16511" y="927"/>
                </a:lnTo>
                <a:cubicBezTo>
                  <a:pt x="16511" y="937"/>
                  <a:pt x="16510" y="947"/>
                  <a:pt x="16508" y="958"/>
                </a:cubicBezTo>
                <a:cubicBezTo>
                  <a:pt x="16506" y="968"/>
                  <a:pt x="16503" y="978"/>
                  <a:pt x="16499" y="987"/>
                </a:cubicBezTo>
                <a:cubicBezTo>
                  <a:pt x="16495" y="997"/>
                  <a:pt x="16490" y="1006"/>
                  <a:pt x="16484" y="1015"/>
                </a:cubicBezTo>
                <a:cubicBezTo>
                  <a:pt x="16478" y="1024"/>
                  <a:pt x="16472" y="1032"/>
                  <a:pt x="16464" y="1039"/>
                </a:cubicBezTo>
                <a:cubicBezTo>
                  <a:pt x="16457" y="1046"/>
                  <a:pt x="16449" y="1053"/>
                  <a:pt x="16440" y="1059"/>
                </a:cubicBezTo>
                <a:cubicBezTo>
                  <a:pt x="16431" y="1064"/>
                  <a:pt x="16422" y="1069"/>
                  <a:pt x="16413" y="1073"/>
                </a:cubicBezTo>
                <a:cubicBezTo>
                  <a:pt x="16403" y="1077"/>
                  <a:pt x="16393" y="1080"/>
                  <a:pt x="16383" y="1082"/>
                </a:cubicBezTo>
                <a:cubicBezTo>
                  <a:pt x="16373" y="1084"/>
                  <a:pt x="16362" y="1085"/>
                  <a:pt x="16352" y="1085"/>
                </a:cubicBezTo>
                <a:lnTo>
                  <a:pt x="158" y="1085"/>
                </a:lnTo>
                <a:cubicBezTo>
                  <a:pt x="148" y="1085"/>
                  <a:pt x="138" y="1084"/>
                  <a:pt x="127" y="1082"/>
                </a:cubicBezTo>
                <a:cubicBezTo>
                  <a:pt x="117" y="1080"/>
                  <a:pt x="107" y="1077"/>
                  <a:pt x="98" y="1073"/>
                </a:cubicBezTo>
                <a:cubicBezTo>
                  <a:pt x="88" y="1069"/>
                  <a:pt x="79" y="1064"/>
                  <a:pt x="70" y="1059"/>
                </a:cubicBezTo>
                <a:cubicBezTo>
                  <a:pt x="62" y="1053"/>
                  <a:pt x="54" y="1046"/>
                  <a:pt x="46" y="1039"/>
                </a:cubicBezTo>
                <a:cubicBezTo>
                  <a:pt x="39" y="1032"/>
                  <a:pt x="32" y="1024"/>
                  <a:pt x="26" y="1015"/>
                </a:cubicBezTo>
                <a:cubicBezTo>
                  <a:pt x="21" y="1006"/>
                  <a:pt x="16" y="997"/>
                  <a:pt x="12" y="987"/>
                </a:cubicBezTo>
                <a:cubicBezTo>
                  <a:pt x="8" y="978"/>
                  <a:pt x="5" y="968"/>
                  <a:pt x="3" y="958"/>
                </a:cubicBezTo>
                <a:cubicBezTo>
                  <a:pt x="1" y="947"/>
                  <a:pt x="0" y="937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310760" y="5261760"/>
            <a:ext cx="1059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Example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446920" y="5269320"/>
            <a:ext cx="5761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https://johndoe.github.io/g0-2025-website/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53560" y="6375240"/>
            <a:ext cx="4863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9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853560" y="941040"/>
            <a:ext cx="82900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6: GitHub Pages Deployment Tips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09512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1"/>
                </a:cubicBezTo>
                <a:cubicBezTo>
                  <a:pt x="22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53560" y="1876680"/>
            <a:ext cx="23547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Deployment Tips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0951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310760" y="2508840"/>
            <a:ext cx="5531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Build Time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Allow 5-10 minutes for initial deployment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095120" y="3381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310760" y="2880360"/>
            <a:ext cx="5341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Updates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Changes appear within minutes after push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310760" y="3261240"/>
            <a:ext cx="5296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Troubleshooting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Check Actions tab for build errors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10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861840" y="2509560"/>
            <a:ext cx="10468440" cy="2372040"/>
          </a:xfrm>
          <a:custGeom>
            <a:avLst/>
            <a:gdLst/>
            <a:ahLst/>
            <a:rect l="0" t="0" r="r" b="b"/>
            <a:pathLst>
              <a:path w="29079" h="6589">
                <a:moveTo>
                  <a:pt x="0" y="644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6444"/>
                </a:lnTo>
                <a:cubicBezTo>
                  <a:pt x="29079" y="6453"/>
                  <a:pt x="29078" y="6463"/>
                  <a:pt x="29076" y="6472"/>
                </a:cubicBezTo>
                <a:cubicBezTo>
                  <a:pt x="29074" y="6482"/>
                  <a:pt x="29071" y="6491"/>
                  <a:pt x="29068" y="6500"/>
                </a:cubicBezTo>
                <a:cubicBezTo>
                  <a:pt x="29064" y="6508"/>
                  <a:pt x="29059" y="6517"/>
                  <a:pt x="29054" y="6525"/>
                </a:cubicBezTo>
                <a:cubicBezTo>
                  <a:pt x="29049" y="6533"/>
                  <a:pt x="29043" y="6540"/>
                  <a:pt x="29036" y="6547"/>
                </a:cubicBezTo>
                <a:cubicBezTo>
                  <a:pt x="29029" y="6554"/>
                  <a:pt x="29022" y="6560"/>
                  <a:pt x="29014" y="6565"/>
                </a:cubicBezTo>
                <a:cubicBezTo>
                  <a:pt x="29006" y="6570"/>
                  <a:pt x="28998" y="6575"/>
                  <a:pt x="28989" y="6578"/>
                </a:cubicBezTo>
                <a:cubicBezTo>
                  <a:pt x="28980" y="6582"/>
                  <a:pt x="28971" y="6585"/>
                  <a:pt x="28962" y="6587"/>
                </a:cubicBezTo>
                <a:cubicBezTo>
                  <a:pt x="28952" y="6588"/>
                  <a:pt x="28943" y="6589"/>
                  <a:pt x="28933" y="6589"/>
                </a:cubicBezTo>
                <a:lnTo>
                  <a:pt x="145" y="6589"/>
                </a:lnTo>
                <a:cubicBezTo>
                  <a:pt x="136" y="6589"/>
                  <a:pt x="126" y="6588"/>
                  <a:pt x="117" y="6587"/>
                </a:cubicBezTo>
                <a:cubicBezTo>
                  <a:pt x="108" y="6585"/>
                  <a:pt x="99" y="6582"/>
                  <a:pt x="90" y="6578"/>
                </a:cubicBezTo>
                <a:cubicBezTo>
                  <a:pt x="81" y="6575"/>
                  <a:pt x="73" y="6570"/>
                  <a:pt x="65" y="6565"/>
                </a:cubicBezTo>
                <a:cubicBezTo>
                  <a:pt x="57" y="6560"/>
                  <a:pt x="49" y="6554"/>
                  <a:pt x="43" y="6547"/>
                </a:cubicBezTo>
                <a:cubicBezTo>
                  <a:pt x="36" y="6540"/>
                  <a:pt x="30" y="6533"/>
                  <a:pt x="25" y="6525"/>
                </a:cubicBezTo>
                <a:cubicBezTo>
                  <a:pt x="19" y="6517"/>
                  <a:pt x="15" y="6508"/>
                  <a:pt x="11" y="6500"/>
                </a:cubicBezTo>
                <a:cubicBezTo>
                  <a:pt x="7" y="6491"/>
                  <a:pt x="5" y="6482"/>
                  <a:pt x="3" y="6472"/>
                </a:cubicBezTo>
                <a:cubicBezTo>
                  <a:pt x="1" y="6463"/>
                  <a:pt x="0" y="6453"/>
                  <a:pt x="0" y="644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861840" y="2509560"/>
            <a:ext cx="10468440" cy="2372040"/>
          </a:xfrm>
          <a:custGeom>
            <a:avLst/>
            <a:gdLst/>
            <a:ahLst/>
            <a:rect l="0" t="0" r="r" b="b"/>
            <a:pathLst>
              <a:path fill="none" w="29079" h="6589">
                <a:moveTo>
                  <a:pt x="0" y="644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6444"/>
                </a:lnTo>
                <a:cubicBezTo>
                  <a:pt x="29079" y="6453"/>
                  <a:pt x="29078" y="6463"/>
                  <a:pt x="29076" y="6472"/>
                </a:cubicBezTo>
                <a:cubicBezTo>
                  <a:pt x="29074" y="6482"/>
                  <a:pt x="29071" y="6491"/>
                  <a:pt x="29068" y="6500"/>
                </a:cubicBezTo>
                <a:cubicBezTo>
                  <a:pt x="29064" y="6508"/>
                  <a:pt x="29059" y="6517"/>
                  <a:pt x="29054" y="6525"/>
                </a:cubicBezTo>
                <a:cubicBezTo>
                  <a:pt x="29049" y="6533"/>
                  <a:pt x="29043" y="6540"/>
                  <a:pt x="29036" y="6547"/>
                </a:cubicBezTo>
                <a:cubicBezTo>
                  <a:pt x="29029" y="6554"/>
                  <a:pt x="29022" y="6560"/>
                  <a:pt x="29014" y="6565"/>
                </a:cubicBezTo>
                <a:cubicBezTo>
                  <a:pt x="29006" y="6570"/>
                  <a:pt x="28998" y="6575"/>
                  <a:pt x="28989" y="6578"/>
                </a:cubicBezTo>
                <a:cubicBezTo>
                  <a:pt x="28980" y="6582"/>
                  <a:pt x="28971" y="6585"/>
                  <a:pt x="28962" y="6587"/>
                </a:cubicBezTo>
                <a:cubicBezTo>
                  <a:pt x="28952" y="6588"/>
                  <a:pt x="28943" y="6589"/>
                  <a:pt x="28933" y="6589"/>
                </a:cubicBezTo>
                <a:lnTo>
                  <a:pt x="145" y="6589"/>
                </a:lnTo>
                <a:cubicBezTo>
                  <a:pt x="136" y="6589"/>
                  <a:pt x="126" y="6588"/>
                  <a:pt x="117" y="6587"/>
                </a:cubicBezTo>
                <a:cubicBezTo>
                  <a:pt x="108" y="6585"/>
                  <a:pt x="99" y="6582"/>
                  <a:pt x="90" y="6578"/>
                </a:cubicBezTo>
                <a:cubicBezTo>
                  <a:pt x="81" y="6575"/>
                  <a:pt x="73" y="6570"/>
                  <a:pt x="65" y="6565"/>
                </a:cubicBezTo>
                <a:cubicBezTo>
                  <a:pt x="57" y="6560"/>
                  <a:pt x="49" y="6554"/>
                  <a:pt x="43" y="6547"/>
                </a:cubicBezTo>
                <a:cubicBezTo>
                  <a:pt x="36" y="6540"/>
                  <a:pt x="30" y="6533"/>
                  <a:pt x="25" y="6525"/>
                </a:cubicBezTo>
                <a:cubicBezTo>
                  <a:pt x="19" y="6517"/>
                  <a:pt x="15" y="6508"/>
                  <a:pt x="11" y="6500"/>
                </a:cubicBezTo>
                <a:cubicBezTo>
                  <a:pt x="7" y="6491"/>
                  <a:pt x="5" y="6482"/>
                  <a:pt x="3" y="6472"/>
                </a:cubicBezTo>
                <a:cubicBezTo>
                  <a:pt x="1" y="6463"/>
                  <a:pt x="0" y="6453"/>
                  <a:pt x="0" y="6444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53560" y="941040"/>
            <a:ext cx="79765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7: Creating and Managing Pages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853560" y="1876680"/>
            <a:ext cx="20941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Page Structure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019160" y="2689920"/>
            <a:ext cx="1646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docs/_pages/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019160" y="3032640"/>
            <a:ext cx="4389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index.md          # Homepage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019160" y="3375720"/>
            <a:ext cx="5898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project.md        # Project description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019160" y="3718440"/>
            <a:ext cx="4938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team.md           # Team members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019160" y="4061520"/>
            <a:ext cx="6172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├── deliverables.md   # Results and downloads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019160" y="4404240"/>
            <a:ext cx="6310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└── about.md          # Custom page (optional)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11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53560" y="941040"/>
            <a:ext cx="79765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7: Creating and Managing Pages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853560" y="1876680"/>
            <a:ext cx="28969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Creating a New Page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038400" y="2476440"/>
            <a:ext cx="600480" cy="400320"/>
          </a:xfrm>
          <a:custGeom>
            <a:avLst/>
            <a:gdLst/>
            <a:ahLst/>
            <a:rect l="0" t="0" r="r" b="b"/>
            <a:pathLst>
              <a:path w="1668" h="1112">
                <a:moveTo>
                  <a:pt x="0" y="95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509" y="0"/>
                </a:lnTo>
                <a:cubicBezTo>
                  <a:pt x="1519" y="0"/>
                  <a:pt x="1530" y="1"/>
                  <a:pt x="1540" y="3"/>
                </a:cubicBezTo>
                <a:cubicBezTo>
                  <a:pt x="1550" y="5"/>
                  <a:pt x="1560" y="8"/>
                  <a:pt x="1570" y="12"/>
                </a:cubicBezTo>
                <a:cubicBezTo>
                  <a:pt x="1579" y="16"/>
                  <a:pt x="1588" y="21"/>
                  <a:pt x="1597" y="26"/>
                </a:cubicBezTo>
                <a:cubicBezTo>
                  <a:pt x="1606" y="32"/>
                  <a:pt x="1614" y="39"/>
                  <a:pt x="1621" y="46"/>
                </a:cubicBezTo>
                <a:cubicBezTo>
                  <a:pt x="1628" y="54"/>
                  <a:pt x="1635" y="62"/>
                  <a:pt x="1641" y="70"/>
                </a:cubicBezTo>
                <a:cubicBezTo>
                  <a:pt x="1647" y="79"/>
                  <a:pt x="1652" y="88"/>
                  <a:pt x="1655" y="98"/>
                </a:cubicBezTo>
                <a:cubicBezTo>
                  <a:pt x="1659" y="107"/>
                  <a:pt x="1662" y="117"/>
                  <a:pt x="1665" y="127"/>
                </a:cubicBezTo>
                <a:cubicBezTo>
                  <a:pt x="1667" y="138"/>
                  <a:pt x="1668" y="148"/>
                  <a:pt x="1668" y="158"/>
                </a:cubicBezTo>
                <a:lnTo>
                  <a:pt x="1668" y="953"/>
                </a:lnTo>
                <a:cubicBezTo>
                  <a:pt x="1668" y="964"/>
                  <a:pt x="1667" y="974"/>
                  <a:pt x="1665" y="984"/>
                </a:cubicBezTo>
                <a:cubicBezTo>
                  <a:pt x="1662" y="994"/>
                  <a:pt x="1659" y="1004"/>
                  <a:pt x="1655" y="1014"/>
                </a:cubicBezTo>
                <a:cubicBezTo>
                  <a:pt x="1652" y="1024"/>
                  <a:pt x="1647" y="1033"/>
                  <a:pt x="1641" y="1041"/>
                </a:cubicBezTo>
                <a:cubicBezTo>
                  <a:pt x="1635" y="1050"/>
                  <a:pt x="1628" y="1058"/>
                  <a:pt x="1621" y="1065"/>
                </a:cubicBezTo>
                <a:cubicBezTo>
                  <a:pt x="1614" y="1073"/>
                  <a:pt x="1606" y="1079"/>
                  <a:pt x="1597" y="1085"/>
                </a:cubicBezTo>
                <a:cubicBezTo>
                  <a:pt x="1588" y="1091"/>
                  <a:pt x="1579" y="1096"/>
                  <a:pt x="1570" y="1100"/>
                </a:cubicBezTo>
                <a:cubicBezTo>
                  <a:pt x="1560" y="1104"/>
                  <a:pt x="1550" y="1107"/>
                  <a:pt x="1540" y="1109"/>
                </a:cubicBezTo>
                <a:cubicBezTo>
                  <a:pt x="1530" y="1111"/>
                  <a:pt x="1519" y="1112"/>
                  <a:pt x="1509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7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2" y="1079"/>
                  <a:pt x="54" y="1073"/>
                  <a:pt x="46" y="1065"/>
                </a:cubicBezTo>
                <a:cubicBezTo>
                  <a:pt x="39" y="1058"/>
                  <a:pt x="32" y="1050"/>
                  <a:pt x="26" y="1041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4"/>
                  <a:pt x="5" y="994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057320" y="2527920"/>
            <a:ext cx="2007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1.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Create File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Add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134160" y="2526120"/>
            <a:ext cx="412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.md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4305240" y="2476440"/>
            <a:ext cx="1143360" cy="400320"/>
          </a:xfrm>
          <a:custGeom>
            <a:avLst/>
            <a:gdLst/>
            <a:ahLst/>
            <a:rect l="0" t="0" r="r" b="b"/>
            <a:pathLst>
              <a:path w="3176" h="1112">
                <a:moveTo>
                  <a:pt x="0" y="95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017" y="0"/>
                </a:lnTo>
                <a:cubicBezTo>
                  <a:pt x="3027" y="0"/>
                  <a:pt x="3038" y="1"/>
                  <a:pt x="3048" y="3"/>
                </a:cubicBezTo>
                <a:cubicBezTo>
                  <a:pt x="3058" y="5"/>
                  <a:pt x="3068" y="8"/>
                  <a:pt x="3078" y="12"/>
                </a:cubicBezTo>
                <a:cubicBezTo>
                  <a:pt x="3087" y="16"/>
                  <a:pt x="3096" y="21"/>
                  <a:pt x="3105" y="26"/>
                </a:cubicBezTo>
                <a:cubicBezTo>
                  <a:pt x="3114" y="32"/>
                  <a:pt x="3122" y="39"/>
                  <a:pt x="3129" y="46"/>
                </a:cubicBezTo>
                <a:cubicBezTo>
                  <a:pt x="3137" y="54"/>
                  <a:pt x="3143" y="62"/>
                  <a:pt x="3149" y="70"/>
                </a:cubicBezTo>
                <a:cubicBezTo>
                  <a:pt x="3155" y="79"/>
                  <a:pt x="3160" y="88"/>
                  <a:pt x="3164" y="98"/>
                </a:cubicBezTo>
                <a:cubicBezTo>
                  <a:pt x="3168" y="107"/>
                  <a:pt x="3171" y="117"/>
                  <a:pt x="3173" y="127"/>
                </a:cubicBezTo>
                <a:cubicBezTo>
                  <a:pt x="3175" y="138"/>
                  <a:pt x="3176" y="148"/>
                  <a:pt x="3176" y="158"/>
                </a:cubicBezTo>
                <a:lnTo>
                  <a:pt x="3176" y="953"/>
                </a:lnTo>
                <a:cubicBezTo>
                  <a:pt x="3176" y="964"/>
                  <a:pt x="3175" y="974"/>
                  <a:pt x="3173" y="984"/>
                </a:cubicBezTo>
                <a:cubicBezTo>
                  <a:pt x="3171" y="994"/>
                  <a:pt x="3168" y="1004"/>
                  <a:pt x="3164" y="1014"/>
                </a:cubicBezTo>
                <a:cubicBezTo>
                  <a:pt x="3160" y="1024"/>
                  <a:pt x="3155" y="1033"/>
                  <a:pt x="3149" y="1041"/>
                </a:cubicBezTo>
                <a:cubicBezTo>
                  <a:pt x="3143" y="1050"/>
                  <a:pt x="3137" y="1058"/>
                  <a:pt x="3129" y="1065"/>
                </a:cubicBezTo>
                <a:cubicBezTo>
                  <a:pt x="3122" y="1073"/>
                  <a:pt x="3114" y="1079"/>
                  <a:pt x="3105" y="1085"/>
                </a:cubicBezTo>
                <a:cubicBezTo>
                  <a:pt x="3096" y="1091"/>
                  <a:pt x="3087" y="1096"/>
                  <a:pt x="3078" y="1100"/>
                </a:cubicBezTo>
                <a:cubicBezTo>
                  <a:pt x="3068" y="1104"/>
                  <a:pt x="3058" y="1107"/>
                  <a:pt x="3048" y="1109"/>
                </a:cubicBezTo>
                <a:cubicBezTo>
                  <a:pt x="3038" y="1111"/>
                  <a:pt x="3027" y="1112"/>
                  <a:pt x="3017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7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2" y="1079"/>
                  <a:pt x="54" y="1073"/>
                  <a:pt x="46" y="1065"/>
                </a:cubicBezTo>
                <a:cubicBezTo>
                  <a:pt x="39" y="1058"/>
                  <a:pt x="32" y="1050"/>
                  <a:pt x="26" y="1041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4"/>
                  <a:pt x="5" y="994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637080" y="2527920"/>
            <a:ext cx="666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ﬁle in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394520" y="2526120"/>
            <a:ext cx="960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_pages/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446080" y="2527920"/>
            <a:ext cx="974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directory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057320" y="2908800"/>
            <a:ext cx="5077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2.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Front Matter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Add YAML header with metadata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057320" y="3280320"/>
            <a:ext cx="3894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3.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Content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Write in Markdown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57320" y="3661560"/>
            <a:ext cx="382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4.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URL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File name becomes page URL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12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861840" y="2509560"/>
            <a:ext cx="10468440" cy="3057840"/>
          </a:xfrm>
          <a:custGeom>
            <a:avLst/>
            <a:gdLst/>
            <a:ahLst/>
            <a:rect l="0" t="0" r="r" b="b"/>
            <a:pathLst>
              <a:path w="29079" h="8494">
                <a:moveTo>
                  <a:pt x="0" y="834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8349"/>
                </a:lnTo>
                <a:cubicBezTo>
                  <a:pt x="29079" y="8358"/>
                  <a:pt x="29078" y="8368"/>
                  <a:pt x="29076" y="8377"/>
                </a:cubicBezTo>
                <a:cubicBezTo>
                  <a:pt x="29074" y="8387"/>
                  <a:pt x="29071" y="8396"/>
                  <a:pt x="29068" y="8405"/>
                </a:cubicBezTo>
                <a:cubicBezTo>
                  <a:pt x="29064" y="8413"/>
                  <a:pt x="29059" y="8422"/>
                  <a:pt x="29054" y="8430"/>
                </a:cubicBezTo>
                <a:cubicBezTo>
                  <a:pt x="29049" y="8438"/>
                  <a:pt x="29043" y="8445"/>
                  <a:pt x="29036" y="8452"/>
                </a:cubicBezTo>
                <a:cubicBezTo>
                  <a:pt x="29029" y="8459"/>
                  <a:pt x="29022" y="8465"/>
                  <a:pt x="29014" y="8470"/>
                </a:cubicBezTo>
                <a:cubicBezTo>
                  <a:pt x="29006" y="8475"/>
                  <a:pt x="28998" y="8480"/>
                  <a:pt x="28989" y="8483"/>
                </a:cubicBezTo>
                <a:cubicBezTo>
                  <a:pt x="28980" y="8487"/>
                  <a:pt x="28971" y="8490"/>
                  <a:pt x="28962" y="8492"/>
                </a:cubicBezTo>
                <a:cubicBezTo>
                  <a:pt x="28952" y="8493"/>
                  <a:pt x="28943" y="8494"/>
                  <a:pt x="28933" y="8494"/>
                </a:cubicBezTo>
                <a:lnTo>
                  <a:pt x="145" y="8494"/>
                </a:lnTo>
                <a:cubicBezTo>
                  <a:pt x="136" y="8494"/>
                  <a:pt x="126" y="8493"/>
                  <a:pt x="117" y="8492"/>
                </a:cubicBezTo>
                <a:cubicBezTo>
                  <a:pt x="108" y="8490"/>
                  <a:pt x="99" y="8487"/>
                  <a:pt x="90" y="8483"/>
                </a:cubicBezTo>
                <a:cubicBezTo>
                  <a:pt x="81" y="8480"/>
                  <a:pt x="73" y="8475"/>
                  <a:pt x="65" y="8470"/>
                </a:cubicBezTo>
                <a:cubicBezTo>
                  <a:pt x="57" y="8465"/>
                  <a:pt x="49" y="8459"/>
                  <a:pt x="43" y="8452"/>
                </a:cubicBezTo>
                <a:cubicBezTo>
                  <a:pt x="36" y="8445"/>
                  <a:pt x="30" y="8438"/>
                  <a:pt x="25" y="8430"/>
                </a:cubicBezTo>
                <a:cubicBezTo>
                  <a:pt x="19" y="8422"/>
                  <a:pt x="15" y="8413"/>
                  <a:pt x="11" y="8405"/>
                </a:cubicBezTo>
                <a:cubicBezTo>
                  <a:pt x="7" y="8396"/>
                  <a:pt x="5" y="8387"/>
                  <a:pt x="3" y="8377"/>
                </a:cubicBezTo>
                <a:cubicBezTo>
                  <a:pt x="1" y="8368"/>
                  <a:pt x="0" y="8358"/>
                  <a:pt x="0" y="834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861840" y="2509560"/>
            <a:ext cx="10468440" cy="3057840"/>
          </a:xfrm>
          <a:custGeom>
            <a:avLst/>
            <a:gdLst/>
            <a:ahLst/>
            <a:rect l="0" t="0" r="r" b="b"/>
            <a:pathLst>
              <a:path fill="none" w="29079" h="8494">
                <a:moveTo>
                  <a:pt x="0" y="834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8349"/>
                </a:lnTo>
                <a:cubicBezTo>
                  <a:pt x="29079" y="8358"/>
                  <a:pt x="29078" y="8368"/>
                  <a:pt x="29076" y="8377"/>
                </a:cubicBezTo>
                <a:cubicBezTo>
                  <a:pt x="29074" y="8387"/>
                  <a:pt x="29071" y="8396"/>
                  <a:pt x="29068" y="8405"/>
                </a:cubicBezTo>
                <a:cubicBezTo>
                  <a:pt x="29064" y="8413"/>
                  <a:pt x="29059" y="8422"/>
                  <a:pt x="29054" y="8430"/>
                </a:cubicBezTo>
                <a:cubicBezTo>
                  <a:pt x="29049" y="8438"/>
                  <a:pt x="29043" y="8445"/>
                  <a:pt x="29036" y="8452"/>
                </a:cubicBezTo>
                <a:cubicBezTo>
                  <a:pt x="29029" y="8459"/>
                  <a:pt x="29022" y="8465"/>
                  <a:pt x="29014" y="8470"/>
                </a:cubicBezTo>
                <a:cubicBezTo>
                  <a:pt x="29006" y="8475"/>
                  <a:pt x="28998" y="8480"/>
                  <a:pt x="28989" y="8483"/>
                </a:cubicBezTo>
                <a:cubicBezTo>
                  <a:pt x="28980" y="8487"/>
                  <a:pt x="28971" y="8490"/>
                  <a:pt x="28962" y="8492"/>
                </a:cubicBezTo>
                <a:cubicBezTo>
                  <a:pt x="28952" y="8493"/>
                  <a:pt x="28943" y="8494"/>
                  <a:pt x="28933" y="8494"/>
                </a:cubicBezTo>
                <a:lnTo>
                  <a:pt x="145" y="8494"/>
                </a:lnTo>
                <a:cubicBezTo>
                  <a:pt x="136" y="8494"/>
                  <a:pt x="126" y="8493"/>
                  <a:pt x="117" y="8492"/>
                </a:cubicBezTo>
                <a:cubicBezTo>
                  <a:pt x="108" y="8490"/>
                  <a:pt x="99" y="8487"/>
                  <a:pt x="90" y="8483"/>
                </a:cubicBezTo>
                <a:cubicBezTo>
                  <a:pt x="81" y="8480"/>
                  <a:pt x="73" y="8475"/>
                  <a:pt x="65" y="8470"/>
                </a:cubicBezTo>
                <a:cubicBezTo>
                  <a:pt x="57" y="8465"/>
                  <a:pt x="49" y="8459"/>
                  <a:pt x="43" y="8452"/>
                </a:cubicBezTo>
                <a:cubicBezTo>
                  <a:pt x="36" y="8445"/>
                  <a:pt x="30" y="8438"/>
                  <a:pt x="25" y="8430"/>
                </a:cubicBezTo>
                <a:cubicBezTo>
                  <a:pt x="19" y="8422"/>
                  <a:pt x="15" y="8413"/>
                  <a:pt x="11" y="8405"/>
                </a:cubicBezTo>
                <a:cubicBezTo>
                  <a:pt x="7" y="8396"/>
                  <a:pt x="5" y="8387"/>
                  <a:pt x="3" y="8377"/>
                </a:cubicBezTo>
                <a:cubicBezTo>
                  <a:pt x="1" y="8368"/>
                  <a:pt x="0" y="8358"/>
                  <a:pt x="0" y="8349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53560" y="941040"/>
            <a:ext cx="73666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8: Front Matter Conﬁguration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53560" y="1876680"/>
            <a:ext cx="25765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Basic Front Matter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019160" y="2689920"/>
            <a:ext cx="412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---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019160" y="3032640"/>
            <a:ext cx="2058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layout: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default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19160" y="3375720"/>
            <a:ext cx="2606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"Page Title"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019160" y="3718440"/>
            <a:ext cx="3429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subtitle: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"Page Subtitle"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019160" y="4061520"/>
            <a:ext cx="2332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header_type: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hero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019160" y="4404240"/>
            <a:ext cx="4938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header_img: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assets/images/header.png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019160" y="4747320"/>
            <a:ext cx="370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vega: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true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Enable charts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19160" y="5090040"/>
            <a:ext cx="412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---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13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853560" y="941040"/>
            <a:ext cx="73666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8: Front Matter Conﬁguration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09512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1"/>
                </a:cubicBezTo>
                <a:cubicBezTo>
                  <a:pt x="22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53560" y="1876680"/>
            <a:ext cx="19195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Header Types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0951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310760" y="2508840"/>
            <a:ext cx="487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hero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Full-width header with background image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095120" y="3381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310760" y="2880360"/>
            <a:ext cx="2343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base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Standard header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09512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3"/>
                </a:cubicBezTo>
                <a:cubicBezTo>
                  <a:pt x="54" y="198"/>
                  <a:pt x="42" y="190"/>
                  <a:pt x="32" y="180"/>
                </a:cubicBezTo>
                <a:cubicBezTo>
                  <a:pt x="22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0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310760" y="3261240"/>
            <a:ext cx="2409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post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Blog-style header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095120" y="4133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2" y="42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310760" y="3642480"/>
            <a:ext cx="31161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image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Image-focused header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310760" y="4014000"/>
            <a:ext cx="3697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splash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Dramatic full-screen header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14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861840" y="2662200"/>
            <a:ext cx="5115240" cy="3743640"/>
          </a:xfrm>
          <a:custGeom>
            <a:avLst/>
            <a:gdLst/>
            <a:ahLst/>
            <a:rect l="0" t="0" r="r" b="b"/>
            <a:pathLst>
              <a:path w="14209" h="10399">
                <a:moveTo>
                  <a:pt x="0" y="10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14064" y="0"/>
                </a:lnTo>
                <a:cubicBezTo>
                  <a:pt x="14073" y="0"/>
                  <a:pt x="14083" y="1"/>
                  <a:pt x="14092" y="2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4"/>
                  <a:pt x="14136" y="19"/>
                  <a:pt x="14144" y="24"/>
                </a:cubicBezTo>
                <a:cubicBezTo>
                  <a:pt x="14152" y="29"/>
                  <a:pt x="14160" y="35"/>
                  <a:pt x="14166" y="42"/>
                </a:cubicBezTo>
                <a:cubicBezTo>
                  <a:pt x="14173" y="49"/>
                  <a:pt x="14179" y="56"/>
                  <a:pt x="14185" y="64"/>
                </a:cubicBezTo>
                <a:cubicBezTo>
                  <a:pt x="14190" y="72"/>
                  <a:pt x="14194" y="81"/>
                  <a:pt x="14198" y="89"/>
                </a:cubicBezTo>
                <a:cubicBezTo>
                  <a:pt x="14202" y="98"/>
                  <a:pt x="14204" y="107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10253"/>
                </a:lnTo>
                <a:cubicBezTo>
                  <a:pt x="14209" y="10263"/>
                  <a:pt x="14208" y="10272"/>
                  <a:pt x="14206" y="10282"/>
                </a:cubicBezTo>
                <a:cubicBezTo>
                  <a:pt x="14204" y="10291"/>
                  <a:pt x="14202" y="10300"/>
                  <a:pt x="14198" y="10309"/>
                </a:cubicBezTo>
                <a:cubicBezTo>
                  <a:pt x="14194" y="10318"/>
                  <a:pt x="14190" y="10326"/>
                  <a:pt x="14185" y="10334"/>
                </a:cubicBezTo>
                <a:cubicBezTo>
                  <a:pt x="14179" y="10342"/>
                  <a:pt x="14173" y="10349"/>
                  <a:pt x="14166" y="10356"/>
                </a:cubicBezTo>
                <a:cubicBezTo>
                  <a:pt x="14160" y="10363"/>
                  <a:pt x="14152" y="10369"/>
                  <a:pt x="14144" y="10374"/>
                </a:cubicBezTo>
                <a:cubicBezTo>
                  <a:pt x="14136" y="10380"/>
                  <a:pt x="14128" y="10384"/>
                  <a:pt x="14119" y="10388"/>
                </a:cubicBezTo>
                <a:cubicBezTo>
                  <a:pt x="14110" y="10391"/>
                  <a:pt x="14101" y="10394"/>
                  <a:pt x="14092" y="10396"/>
                </a:cubicBezTo>
                <a:cubicBezTo>
                  <a:pt x="14083" y="10398"/>
                  <a:pt x="14073" y="10399"/>
                  <a:pt x="14064" y="10399"/>
                </a:cubicBezTo>
                <a:lnTo>
                  <a:pt x="145" y="10399"/>
                </a:lnTo>
                <a:cubicBezTo>
                  <a:pt x="136" y="10399"/>
                  <a:pt x="126" y="10398"/>
                  <a:pt x="117" y="10396"/>
                </a:cubicBezTo>
                <a:cubicBezTo>
                  <a:pt x="108" y="10394"/>
                  <a:pt x="99" y="10391"/>
                  <a:pt x="90" y="10388"/>
                </a:cubicBezTo>
                <a:cubicBezTo>
                  <a:pt x="81" y="10384"/>
                  <a:pt x="73" y="10380"/>
                  <a:pt x="65" y="10374"/>
                </a:cubicBezTo>
                <a:cubicBezTo>
                  <a:pt x="57" y="10369"/>
                  <a:pt x="49" y="10363"/>
                  <a:pt x="43" y="10356"/>
                </a:cubicBezTo>
                <a:cubicBezTo>
                  <a:pt x="36" y="10349"/>
                  <a:pt x="30" y="10342"/>
                  <a:pt x="25" y="10334"/>
                </a:cubicBezTo>
                <a:cubicBezTo>
                  <a:pt x="19" y="10326"/>
                  <a:pt x="15" y="10318"/>
                  <a:pt x="11" y="10309"/>
                </a:cubicBezTo>
                <a:cubicBezTo>
                  <a:pt x="7" y="10300"/>
                  <a:pt x="5" y="10291"/>
                  <a:pt x="3" y="10282"/>
                </a:cubicBezTo>
                <a:cubicBezTo>
                  <a:pt x="1" y="10272"/>
                  <a:pt x="0" y="10263"/>
                  <a:pt x="0" y="10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861840" y="2662200"/>
            <a:ext cx="5115240" cy="3743640"/>
          </a:xfrm>
          <a:custGeom>
            <a:avLst/>
            <a:gdLst/>
            <a:ahLst/>
            <a:rect l="0" t="0" r="r" b="b"/>
            <a:pathLst>
              <a:path fill="none" w="14209" h="10399">
                <a:moveTo>
                  <a:pt x="0" y="10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14064" y="0"/>
                </a:lnTo>
                <a:cubicBezTo>
                  <a:pt x="14073" y="0"/>
                  <a:pt x="14083" y="1"/>
                  <a:pt x="14092" y="2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4"/>
                  <a:pt x="14136" y="19"/>
                  <a:pt x="14144" y="24"/>
                </a:cubicBezTo>
                <a:cubicBezTo>
                  <a:pt x="14152" y="29"/>
                  <a:pt x="14160" y="35"/>
                  <a:pt x="14166" y="42"/>
                </a:cubicBezTo>
                <a:cubicBezTo>
                  <a:pt x="14173" y="49"/>
                  <a:pt x="14179" y="56"/>
                  <a:pt x="14185" y="64"/>
                </a:cubicBezTo>
                <a:cubicBezTo>
                  <a:pt x="14190" y="72"/>
                  <a:pt x="14194" y="81"/>
                  <a:pt x="14198" y="89"/>
                </a:cubicBezTo>
                <a:cubicBezTo>
                  <a:pt x="14202" y="98"/>
                  <a:pt x="14204" y="107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10253"/>
                </a:lnTo>
                <a:cubicBezTo>
                  <a:pt x="14209" y="10263"/>
                  <a:pt x="14208" y="10272"/>
                  <a:pt x="14206" y="10282"/>
                </a:cubicBezTo>
                <a:cubicBezTo>
                  <a:pt x="14204" y="10291"/>
                  <a:pt x="14202" y="10300"/>
                  <a:pt x="14198" y="10309"/>
                </a:cubicBezTo>
                <a:cubicBezTo>
                  <a:pt x="14194" y="10318"/>
                  <a:pt x="14190" y="10326"/>
                  <a:pt x="14185" y="10334"/>
                </a:cubicBezTo>
                <a:cubicBezTo>
                  <a:pt x="14179" y="10342"/>
                  <a:pt x="14173" y="10349"/>
                  <a:pt x="14166" y="10356"/>
                </a:cubicBezTo>
                <a:cubicBezTo>
                  <a:pt x="14160" y="10363"/>
                  <a:pt x="14152" y="10369"/>
                  <a:pt x="14144" y="10374"/>
                </a:cubicBezTo>
                <a:cubicBezTo>
                  <a:pt x="14136" y="10380"/>
                  <a:pt x="14128" y="10384"/>
                  <a:pt x="14119" y="10388"/>
                </a:cubicBezTo>
                <a:cubicBezTo>
                  <a:pt x="14110" y="10391"/>
                  <a:pt x="14101" y="10394"/>
                  <a:pt x="14092" y="10396"/>
                </a:cubicBezTo>
                <a:cubicBezTo>
                  <a:pt x="14083" y="10398"/>
                  <a:pt x="14073" y="10399"/>
                  <a:pt x="14064" y="10399"/>
                </a:cubicBezTo>
                <a:lnTo>
                  <a:pt x="145" y="10399"/>
                </a:lnTo>
                <a:cubicBezTo>
                  <a:pt x="136" y="10399"/>
                  <a:pt x="126" y="10398"/>
                  <a:pt x="117" y="10396"/>
                </a:cubicBezTo>
                <a:cubicBezTo>
                  <a:pt x="108" y="10394"/>
                  <a:pt x="99" y="10391"/>
                  <a:pt x="90" y="10388"/>
                </a:cubicBezTo>
                <a:cubicBezTo>
                  <a:pt x="81" y="10384"/>
                  <a:pt x="73" y="10380"/>
                  <a:pt x="65" y="10374"/>
                </a:cubicBezTo>
                <a:cubicBezTo>
                  <a:pt x="57" y="10369"/>
                  <a:pt x="49" y="10363"/>
                  <a:pt x="43" y="10356"/>
                </a:cubicBezTo>
                <a:cubicBezTo>
                  <a:pt x="36" y="10349"/>
                  <a:pt x="30" y="10342"/>
                  <a:pt x="25" y="10334"/>
                </a:cubicBezTo>
                <a:cubicBezTo>
                  <a:pt x="19" y="10326"/>
                  <a:pt x="15" y="10318"/>
                  <a:pt x="11" y="10309"/>
                </a:cubicBezTo>
                <a:cubicBezTo>
                  <a:pt x="7" y="10300"/>
                  <a:pt x="5" y="10291"/>
                  <a:pt x="3" y="10282"/>
                </a:cubicBezTo>
                <a:cubicBezTo>
                  <a:pt x="1" y="10272"/>
                  <a:pt x="0" y="10263"/>
                  <a:pt x="0" y="10253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853560" y="941040"/>
            <a:ext cx="874296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9: Content Creation with Markdown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53560" y="2028960"/>
            <a:ext cx="24555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Markdown Basics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019160" y="2842200"/>
            <a:ext cx="1509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# Heading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019160" y="3185280"/>
            <a:ext cx="1646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## Heading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019160" y="3871080"/>
            <a:ext cx="1783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**Bold text**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077840" y="4213800"/>
            <a:ext cx="1831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*Italic text*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019160" y="4899600"/>
            <a:ext cx="1783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Bullet list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19160" y="5242680"/>
            <a:ext cx="1920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Another item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215040" y="2662200"/>
            <a:ext cx="5115240" cy="2028960"/>
          </a:xfrm>
          <a:custGeom>
            <a:avLst/>
            <a:gdLst/>
            <a:ahLst/>
            <a:rect l="0" t="0" r="r" b="b"/>
            <a:pathLst>
              <a:path w="14209" h="5636">
                <a:moveTo>
                  <a:pt x="0" y="5491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89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14063" y="0"/>
                </a:lnTo>
                <a:cubicBezTo>
                  <a:pt x="14073" y="0"/>
                  <a:pt x="14082" y="1"/>
                  <a:pt x="14092" y="2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4"/>
                  <a:pt x="14136" y="19"/>
                  <a:pt x="14144" y="24"/>
                </a:cubicBezTo>
                <a:cubicBezTo>
                  <a:pt x="14152" y="29"/>
                  <a:pt x="14159" y="35"/>
                  <a:pt x="14166" y="42"/>
                </a:cubicBezTo>
                <a:cubicBezTo>
                  <a:pt x="14173" y="49"/>
                  <a:pt x="14179" y="56"/>
                  <a:pt x="14184" y="64"/>
                </a:cubicBezTo>
                <a:cubicBezTo>
                  <a:pt x="14189" y="72"/>
                  <a:pt x="14194" y="81"/>
                  <a:pt x="14198" y="89"/>
                </a:cubicBezTo>
                <a:cubicBezTo>
                  <a:pt x="14201" y="98"/>
                  <a:pt x="14204" y="107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5491"/>
                </a:lnTo>
                <a:cubicBezTo>
                  <a:pt x="14209" y="5500"/>
                  <a:pt x="14208" y="5510"/>
                  <a:pt x="14206" y="5519"/>
                </a:cubicBezTo>
                <a:cubicBezTo>
                  <a:pt x="14204" y="5528"/>
                  <a:pt x="14201" y="5538"/>
                  <a:pt x="14198" y="5546"/>
                </a:cubicBezTo>
                <a:cubicBezTo>
                  <a:pt x="14194" y="5555"/>
                  <a:pt x="14189" y="5564"/>
                  <a:pt x="14184" y="5572"/>
                </a:cubicBezTo>
                <a:cubicBezTo>
                  <a:pt x="14179" y="5579"/>
                  <a:pt x="14173" y="5587"/>
                  <a:pt x="14166" y="5594"/>
                </a:cubicBezTo>
                <a:cubicBezTo>
                  <a:pt x="14159" y="5600"/>
                  <a:pt x="14152" y="5606"/>
                  <a:pt x="14144" y="5612"/>
                </a:cubicBezTo>
                <a:cubicBezTo>
                  <a:pt x="14136" y="5617"/>
                  <a:pt x="14128" y="5621"/>
                  <a:pt x="14119" y="5625"/>
                </a:cubicBezTo>
                <a:cubicBezTo>
                  <a:pt x="14110" y="5629"/>
                  <a:pt x="14101" y="5632"/>
                  <a:pt x="14092" y="5633"/>
                </a:cubicBezTo>
                <a:cubicBezTo>
                  <a:pt x="14082" y="5635"/>
                  <a:pt x="14073" y="5636"/>
                  <a:pt x="14063" y="5636"/>
                </a:cubicBezTo>
                <a:lnTo>
                  <a:pt x="145" y="5636"/>
                </a:lnTo>
                <a:cubicBezTo>
                  <a:pt x="136" y="5636"/>
                  <a:pt x="126" y="5635"/>
                  <a:pt x="117" y="5633"/>
                </a:cubicBezTo>
                <a:cubicBezTo>
                  <a:pt x="107" y="5632"/>
                  <a:pt x="98" y="5629"/>
                  <a:pt x="89" y="5625"/>
                </a:cubicBezTo>
                <a:cubicBezTo>
                  <a:pt x="81" y="5621"/>
                  <a:pt x="72" y="5617"/>
                  <a:pt x="64" y="5612"/>
                </a:cubicBezTo>
                <a:cubicBezTo>
                  <a:pt x="56" y="5606"/>
                  <a:pt x="49" y="5600"/>
                  <a:pt x="42" y="5594"/>
                </a:cubicBezTo>
                <a:cubicBezTo>
                  <a:pt x="35" y="5587"/>
                  <a:pt x="29" y="5579"/>
                  <a:pt x="24" y="5572"/>
                </a:cubicBezTo>
                <a:cubicBezTo>
                  <a:pt x="19" y="5564"/>
                  <a:pt x="14" y="5555"/>
                  <a:pt x="11" y="5546"/>
                </a:cubicBezTo>
                <a:cubicBezTo>
                  <a:pt x="7" y="5538"/>
                  <a:pt x="4" y="5528"/>
                  <a:pt x="2" y="5519"/>
                </a:cubicBezTo>
                <a:cubicBezTo>
                  <a:pt x="0" y="5510"/>
                  <a:pt x="0" y="5500"/>
                  <a:pt x="0" y="549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215040" y="2662200"/>
            <a:ext cx="5115240" cy="2028960"/>
          </a:xfrm>
          <a:custGeom>
            <a:avLst/>
            <a:gdLst/>
            <a:ahLst/>
            <a:rect l="0" t="0" r="r" b="b"/>
            <a:pathLst>
              <a:path fill="none" w="14209" h="5636">
                <a:moveTo>
                  <a:pt x="0" y="5491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89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14063" y="0"/>
                </a:lnTo>
                <a:cubicBezTo>
                  <a:pt x="14073" y="0"/>
                  <a:pt x="14082" y="1"/>
                  <a:pt x="14092" y="2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4"/>
                  <a:pt x="14136" y="19"/>
                  <a:pt x="14144" y="24"/>
                </a:cubicBezTo>
                <a:cubicBezTo>
                  <a:pt x="14152" y="29"/>
                  <a:pt x="14159" y="35"/>
                  <a:pt x="14166" y="42"/>
                </a:cubicBezTo>
                <a:cubicBezTo>
                  <a:pt x="14173" y="49"/>
                  <a:pt x="14179" y="56"/>
                  <a:pt x="14184" y="64"/>
                </a:cubicBezTo>
                <a:cubicBezTo>
                  <a:pt x="14189" y="72"/>
                  <a:pt x="14194" y="81"/>
                  <a:pt x="14198" y="89"/>
                </a:cubicBezTo>
                <a:cubicBezTo>
                  <a:pt x="14201" y="98"/>
                  <a:pt x="14204" y="107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5491"/>
                </a:lnTo>
                <a:cubicBezTo>
                  <a:pt x="14209" y="5500"/>
                  <a:pt x="14208" y="5510"/>
                  <a:pt x="14206" y="5519"/>
                </a:cubicBezTo>
                <a:cubicBezTo>
                  <a:pt x="14204" y="5528"/>
                  <a:pt x="14201" y="5538"/>
                  <a:pt x="14198" y="5546"/>
                </a:cubicBezTo>
                <a:cubicBezTo>
                  <a:pt x="14194" y="5555"/>
                  <a:pt x="14189" y="5564"/>
                  <a:pt x="14184" y="5572"/>
                </a:cubicBezTo>
                <a:cubicBezTo>
                  <a:pt x="14179" y="5579"/>
                  <a:pt x="14173" y="5587"/>
                  <a:pt x="14166" y="5594"/>
                </a:cubicBezTo>
                <a:cubicBezTo>
                  <a:pt x="14159" y="5600"/>
                  <a:pt x="14152" y="5606"/>
                  <a:pt x="14144" y="5612"/>
                </a:cubicBezTo>
                <a:cubicBezTo>
                  <a:pt x="14136" y="5617"/>
                  <a:pt x="14128" y="5621"/>
                  <a:pt x="14119" y="5625"/>
                </a:cubicBezTo>
                <a:cubicBezTo>
                  <a:pt x="14110" y="5629"/>
                  <a:pt x="14101" y="5632"/>
                  <a:pt x="14092" y="5633"/>
                </a:cubicBezTo>
                <a:cubicBezTo>
                  <a:pt x="14082" y="5635"/>
                  <a:pt x="14073" y="5636"/>
                  <a:pt x="14063" y="5636"/>
                </a:cubicBezTo>
                <a:lnTo>
                  <a:pt x="145" y="5636"/>
                </a:lnTo>
                <a:cubicBezTo>
                  <a:pt x="136" y="5636"/>
                  <a:pt x="126" y="5635"/>
                  <a:pt x="117" y="5633"/>
                </a:cubicBezTo>
                <a:cubicBezTo>
                  <a:pt x="107" y="5632"/>
                  <a:pt x="98" y="5629"/>
                  <a:pt x="89" y="5625"/>
                </a:cubicBezTo>
                <a:cubicBezTo>
                  <a:pt x="81" y="5621"/>
                  <a:pt x="72" y="5617"/>
                  <a:pt x="64" y="5612"/>
                </a:cubicBezTo>
                <a:cubicBezTo>
                  <a:pt x="56" y="5606"/>
                  <a:pt x="49" y="5600"/>
                  <a:pt x="42" y="5594"/>
                </a:cubicBezTo>
                <a:cubicBezTo>
                  <a:pt x="35" y="5587"/>
                  <a:pt x="29" y="5579"/>
                  <a:pt x="24" y="5572"/>
                </a:cubicBezTo>
                <a:cubicBezTo>
                  <a:pt x="19" y="5564"/>
                  <a:pt x="14" y="5555"/>
                  <a:pt x="11" y="5546"/>
                </a:cubicBezTo>
                <a:cubicBezTo>
                  <a:pt x="7" y="5538"/>
                  <a:pt x="4" y="5528"/>
                  <a:pt x="2" y="5519"/>
                </a:cubicBezTo>
                <a:cubicBezTo>
                  <a:pt x="0" y="5510"/>
                  <a:pt x="0" y="5500"/>
                  <a:pt x="0" y="549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019160" y="5928480"/>
            <a:ext cx="4389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[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Link text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](https://example.com)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210360" y="2028960"/>
            <a:ext cx="24271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Enhanced Styling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372360" y="2842200"/>
            <a:ext cx="4389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This is a highlighted paragraph.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372360" y="3185280"/>
            <a:ext cx="12351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{: .lead}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6372360" y="3871080"/>
            <a:ext cx="370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This text appears in green.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372360" y="4213800"/>
            <a:ext cx="1372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{: .green}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15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853560" y="941040"/>
            <a:ext cx="515016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10: Adding Images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095120" y="2647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853560" y="1876680"/>
            <a:ext cx="27784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Image Management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3962160" y="2476440"/>
            <a:ext cx="2105280" cy="400320"/>
          </a:xfrm>
          <a:custGeom>
            <a:avLst/>
            <a:gdLst/>
            <a:ahLst/>
            <a:rect l="0" t="0" r="r" b="b"/>
            <a:pathLst>
              <a:path w="5848" h="1112">
                <a:moveTo>
                  <a:pt x="0" y="95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90" y="0"/>
                </a:lnTo>
                <a:cubicBezTo>
                  <a:pt x="5700" y="0"/>
                  <a:pt x="5710" y="1"/>
                  <a:pt x="5721" y="3"/>
                </a:cubicBezTo>
                <a:cubicBezTo>
                  <a:pt x="5731" y="5"/>
                  <a:pt x="5741" y="8"/>
                  <a:pt x="5750" y="12"/>
                </a:cubicBezTo>
                <a:cubicBezTo>
                  <a:pt x="5760" y="16"/>
                  <a:pt x="5769" y="21"/>
                  <a:pt x="5778" y="26"/>
                </a:cubicBezTo>
                <a:cubicBezTo>
                  <a:pt x="5787" y="32"/>
                  <a:pt x="5795" y="39"/>
                  <a:pt x="5802" y="46"/>
                </a:cubicBezTo>
                <a:cubicBezTo>
                  <a:pt x="5809" y="54"/>
                  <a:pt x="5816" y="62"/>
                  <a:pt x="5822" y="70"/>
                </a:cubicBezTo>
                <a:cubicBezTo>
                  <a:pt x="5827" y="79"/>
                  <a:pt x="5832" y="88"/>
                  <a:pt x="5836" y="98"/>
                </a:cubicBezTo>
                <a:cubicBezTo>
                  <a:pt x="5840" y="107"/>
                  <a:pt x="5843" y="117"/>
                  <a:pt x="5845" y="127"/>
                </a:cubicBezTo>
                <a:cubicBezTo>
                  <a:pt x="5847" y="138"/>
                  <a:pt x="5848" y="148"/>
                  <a:pt x="5848" y="158"/>
                </a:cubicBezTo>
                <a:lnTo>
                  <a:pt x="5848" y="953"/>
                </a:lnTo>
                <a:cubicBezTo>
                  <a:pt x="5848" y="964"/>
                  <a:pt x="5847" y="974"/>
                  <a:pt x="5845" y="984"/>
                </a:cubicBezTo>
                <a:cubicBezTo>
                  <a:pt x="5843" y="994"/>
                  <a:pt x="5840" y="1004"/>
                  <a:pt x="5836" y="1014"/>
                </a:cubicBezTo>
                <a:cubicBezTo>
                  <a:pt x="5832" y="1024"/>
                  <a:pt x="5827" y="1033"/>
                  <a:pt x="5822" y="1041"/>
                </a:cubicBezTo>
                <a:cubicBezTo>
                  <a:pt x="5816" y="1050"/>
                  <a:pt x="5809" y="1058"/>
                  <a:pt x="5802" y="1065"/>
                </a:cubicBezTo>
                <a:cubicBezTo>
                  <a:pt x="5795" y="1073"/>
                  <a:pt x="5787" y="1079"/>
                  <a:pt x="5778" y="1085"/>
                </a:cubicBezTo>
                <a:cubicBezTo>
                  <a:pt x="5769" y="1091"/>
                  <a:pt x="5760" y="1096"/>
                  <a:pt x="5750" y="1100"/>
                </a:cubicBezTo>
                <a:cubicBezTo>
                  <a:pt x="5741" y="1104"/>
                  <a:pt x="5731" y="1107"/>
                  <a:pt x="5721" y="1109"/>
                </a:cubicBezTo>
                <a:cubicBezTo>
                  <a:pt x="5710" y="1111"/>
                  <a:pt x="5700" y="1112"/>
                  <a:pt x="5690" y="1112"/>
                </a:cubicBezTo>
                <a:lnTo>
                  <a:pt x="159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8" y="1107"/>
                  <a:pt x="108" y="1104"/>
                  <a:pt x="98" y="1100"/>
                </a:cubicBezTo>
                <a:cubicBezTo>
                  <a:pt x="89" y="1096"/>
                  <a:pt x="79" y="1091"/>
                  <a:pt x="71" y="1085"/>
                </a:cubicBezTo>
                <a:cubicBezTo>
                  <a:pt x="62" y="1079"/>
                  <a:pt x="54" y="1073"/>
                  <a:pt x="47" y="1065"/>
                </a:cubicBezTo>
                <a:cubicBezTo>
                  <a:pt x="39" y="1058"/>
                  <a:pt x="33" y="1050"/>
                  <a:pt x="27" y="1041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4"/>
                  <a:pt x="5" y="994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310760" y="2527920"/>
            <a:ext cx="2673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Location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Store images in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095120" y="3047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056120" y="2526120"/>
            <a:ext cx="1920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assets/images/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3333600" y="2876400"/>
            <a:ext cx="5115240" cy="400320"/>
          </a:xfrm>
          <a:custGeom>
            <a:avLst/>
            <a:gdLst/>
            <a:ahLst/>
            <a:rect l="0" t="0" r="r" b="b"/>
            <a:pathLst>
              <a:path w="14209" h="1112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4050" y="0"/>
                </a:lnTo>
                <a:cubicBezTo>
                  <a:pt x="14061" y="0"/>
                  <a:pt x="14071" y="1"/>
                  <a:pt x="14081" y="3"/>
                </a:cubicBezTo>
                <a:cubicBezTo>
                  <a:pt x="14091" y="5"/>
                  <a:pt x="14101" y="8"/>
                  <a:pt x="14111" y="12"/>
                </a:cubicBezTo>
                <a:cubicBezTo>
                  <a:pt x="14121" y="16"/>
                  <a:pt x="14130" y="21"/>
                  <a:pt x="14138" y="27"/>
                </a:cubicBezTo>
                <a:cubicBezTo>
                  <a:pt x="14147" y="32"/>
                  <a:pt x="14155" y="39"/>
                  <a:pt x="14163" y="46"/>
                </a:cubicBezTo>
                <a:cubicBezTo>
                  <a:pt x="14170" y="54"/>
                  <a:pt x="14176" y="62"/>
                  <a:pt x="14182" y="70"/>
                </a:cubicBezTo>
                <a:cubicBezTo>
                  <a:pt x="14188" y="79"/>
                  <a:pt x="14193" y="88"/>
                  <a:pt x="14197" y="98"/>
                </a:cubicBezTo>
                <a:cubicBezTo>
                  <a:pt x="14201" y="108"/>
                  <a:pt x="14204" y="117"/>
                  <a:pt x="14206" y="128"/>
                </a:cubicBezTo>
                <a:cubicBezTo>
                  <a:pt x="14208" y="138"/>
                  <a:pt x="14209" y="148"/>
                  <a:pt x="14209" y="159"/>
                </a:cubicBezTo>
                <a:lnTo>
                  <a:pt x="14209" y="953"/>
                </a:lnTo>
                <a:cubicBezTo>
                  <a:pt x="14209" y="964"/>
                  <a:pt x="14208" y="974"/>
                  <a:pt x="14206" y="984"/>
                </a:cubicBezTo>
                <a:cubicBezTo>
                  <a:pt x="14204" y="995"/>
                  <a:pt x="14201" y="1005"/>
                  <a:pt x="14197" y="1014"/>
                </a:cubicBezTo>
                <a:cubicBezTo>
                  <a:pt x="14193" y="1024"/>
                  <a:pt x="14188" y="1033"/>
                  <a:pt x="14182" y="1042"/>
                </a:cubicBezTo>
                <a:cubicBezTo>
                  <a:pt x="14176" y="1050"/>
                  <a:pt x="14170" y="1058"/>
                  <a:pt x="14163" y="1066"/>
                </a:cubicBezTo>
                <a:cubicBezTo>
                  <a:pt x="14155" y="1073"/>
                  <a:pt x="14147" y="1080"/>
                  <a:pt x="14138" y="1085"/>
                </a:cubicBezTo>
                <a:cubicBezTo>
                  <a:pt x="14130" y="1091"/>
                  <a:pt x="14121" y="1096"/>
                  <a:pt x="14111" y="1100"/>
                </a:cubicBezTo>
                <a:cubicBezTo>
                  <a:pt x="14101" y="1104"/>
                  <a:pt x="14091" y="1107"/>
                  <a:pt x="14081" y="1109"/>
                </a:cubicBezTo>
                <a:cubicBezTo>
                  <a:pt x="14071" y="1111"/>
                  <a:pt x="14061" y="1112"/>
                  <a:pt x="14050" y="1112"/>
                </a:cubicBezTo>
                <a:lnTo>
                  <a:pt x="159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7" y="1107"/>
                  <a:pt x="108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2" y="1080"/>
                  <a:pt x="54" y="1073"/>
                  <a:pt x="46" y="1066"/>
                </a:cubicBezTo>
                <a:cubicBezTo>
                  <a:pt x="39" y="1058"/>
                  <a:pt x="32" y="1050"/>
                  <a:pt x="27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310760" y="2927880"/>
            <a:ext cx="2059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Markdown Syntax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095120" y="3447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2" y="42"/>
                  <a:pt x="32" y="32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3422160" y="2926080"/>
            <a:ext cx="4938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![Alt text](assets/images/image.jpg)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457360" y="3276360"/>
            <a:ext cx="7448760" cy="400320"/>
          </a:xfrm>
          <a:custGeom>
            <a:avLst/>
            <a:gdLst/>
            <a:ahLst/>
            <a:rect l="0" t="0" r="r" b="b"/>
            <a:pathLst>
              <a:path w="20691" h="1112">
                <a:moveTo>
                  <a:pt x="0" y="95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20532" y="0"/>
                </a:lnTo>
                <a:cubicBezTo>
                  <a:pt x="20543" y="0"/>
                  <a:pt x="20553" y="1"/>
                  <a:pt x="20563" y="3"/>
                </a:cubicBezTo>
                <a:cubicBezTo>
                  <a:pt x="20574" y="5"/>
                  <a:pt x="20584" y="8"/>
                  <a:pt x="20593" y="12"/>
                </a:cubicBezTo>
                <a:cubicBezTo>
                  <a:pt x="20603" y="16"/>
                  <a:pt x="20612" y="21"/>
                  <a:pt x="20621" y="27"/>
                </a:cubicBezTo>
                <a:cubicBezTo>
                  <a:pt x="20629" y="33"/>
                  <a:pt x="20637" y="39"/>
                  <a:pt x="20645" y="47"/>
                </a:cubicBezTo>
                <a:cubicBezTo>
                  <a:pt x="20652" y="54"/>
                  <a:pt x="20659" y="62"/>
                  <a:pt x="20664" y="71"/>
                </a:cubicBezTo>
                <a:cubicBezTo>
                  <a:pt x="20670" y="79"/>
                  <a:pt x="20675" y="89"/>
                  <a:pt x="20679" y="98"/>
                </a:cubicBezTo>
                <a:cubicBezTo>
                  <a:pt x="20683" y="108"/>
                  <a:pt x="20686" y="118"/>
                  <a:pt x="20688" y="128"/>
                </a:cubicBezTo>
                <a:cubicBezTo>
                  <a:pt x="20690" y="138"/>
                  <a:pt x="20691" y="148"/>
                  <a:pt x="20691" y="159"/>
                </a:cubicBezTo>
                <a:lnTo>
                  <a:pt x="20691" y="954"/>
                </a:lnTo>
                <a:cubicBezTo>
                  <a:pt x="20691" y="964"/>
                  <a:pt x="20690" y="974"/>
                  <a:pt x="20688" y="985"/>
                </a:cubicBezTo>
                <a:cubicBezTo>
                  <a:pt x="20686" y="995"/>
                  <a:pt x="20683" y="1005"/>
                  <a:pt x="20679" y="1014"/>
                </a:cubicBezTo>
                <a:cubicBezTo>
                  <a:pt x="20675" y="1024"/>
                  <a:pt x="20670" y="1033"/>
                  <a:pt x="20664" y="1042"/>
                </a:cubicBezTo>
                <a:cubicBezTo>
                  <a:pt x="20659" y="1051"/>
                  <a:pt x="20652" y="1059"/>
                  <a:pt x="20645" y="1066"/>
                </a:cubicBezTo>
                <a:cubicBezTo>
                  <a:pt x="20637" y="1073"/>
                  <a:pt x="20629" y="1080"/>
                  <a:pt x="20621" y="1086"/>
                </a:cubicBezTo>
                <a:cubicBezTo>
                  <a:pt x="20612" y="1091"/>
                  <a:pt x="20603" y="1096"/>
                  <a:pt x="20593" y="1100"/>
                </a:cubicBezTo>
                <a:cubicBezTo>
                  <a:pt x="20584" y="1104"/>
                  <a:pt x="20574" y="1107"/>
                  <a:pt x="20563" y="1109"/>
                </a:cubicBezTo>
                <a:cubicBezTo>
                  <a:pt x="20553" y="1111"/>
                  <a:pt x="20543" y="1112"/>
                  <a:pt x="20532" y="1112"/>
                </a:cubicBezTo>
                <a:lnTo>
                  <a:pt x="158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6"/>
                </a:cubicBezTo>
                <a:cubicBezTo>
                  <a:pt x="62" y="1080"/>
                  <a:pt x="54" y="1073"/>
                  <a:pt x="46" y="1066"/>
                </a:cubicBezTo>
                <a:cubicBezTo>
                  <a:pt x="39" y="1059"/>
                  <a:pt x="32" y="1051"/>
                  <a:pt x="27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5"/>
                </a:cubicBezTo>
                <a:cubicBezTo>
                  <a:pt x="1" y="974"/>
                  <a:pt x="0" y="964"/>
                  <a:pt x="0" y="95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310760" y="3328200"/>
            <a:ext cx="1172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HTML Tag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2548800" y="3326040"/>
            <a:ext cx="7270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&lt;img src="assets/images/image.jpg" alt="Description"&gt;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16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861840" y="1566720"/>
            <a:ext cx="10468440" cy="1000440"/>
          </a:xfrm>
          <a:custGeom>
            <a:avLst/>
            <a:gdLst/>
            <a:ahLst/>
            <a:rect l="0" t="0" r="r" b="b"/>
            <a:pathLst>
              <a:path w="29079" h="2779">
                <a:moveTo>
                  <a:pt x="0" y="26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7"/>
                  <a:pt x="28989" y="11"/>
                </a:cubicBezTo>
                <a:cubicBezTo>
                  <a:pt x="28998" y="15"/>
                  <a:pt x="29006" y="19"/>
                  <a:pt x="29014" y="24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49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6"/>
                  <a:pt x="29079" y="136"/>
                  <a:pt x="29079" y="145"/>
                </a:cubicBezTo>
                <a:lnTo>
                  <a:pt x="29079" y="2633"/>
                </a:lnTo>
                <a:cubicBezTo>
                  <a:pt x="29079" y="2643"/>
                  <a:pt x="29078" y="2653"/>
                  <a:pt x="29076" y="2662"/>
                </a:cubicBezTo>
                <a:cubicBezTo>
                  <a:pt x="29074" y="2671"/>
                  <a:pt x="29071" y="2680"/>
                  <a:pt x="29068" y="2689"/>
                </a:cubicBezTo>
                <a:cubicBezTo>
                  <a:pt x="29064" y="2698"/>
                  <a:pt x="29059" y="2706"/>
                  <a:pt x="29054" y="2714"/>
                </a:cubicBezTo>
                <a:cubicBezTo>
                  <a:pt x="29049" y="2722"/>
                  <a:pt x="29043" y="2730"/>
                  <a:pt x="29036" y="2736"/>
                </a:cubicBezTo>
                <a:cubicBezTo>
                  <a:pt x="29029" y="2743"/>
                  <a:pt x="29022" y="2749"/>
                  <a:pt x="29014" y="2754"/>
                </a:cubicBezTo>
                <a:cubicBezTo>
                  <a:pt x="29006" y="2760"/>
                  <a:pt x="28998" y="2764"/>
                  <a:pt x="28989" y="2768"/>
                </a:cubicBezTo>
                <a:cubicBezTo>
                  <a:pt x="28980" y="2772"/>
                  <a:pt x="28971" y="2774"/>
                  <a:pt x="28962" y="2776"/>
                </a:cubicBezTo>
                <a:cubicBezTo>
                  <a:pt x="28952" y="2778"/>
                  <a:pt x="28943" y="2779"/>
                  <a:pt x="28933" y="2779"/>
                </a:cubicBezTo>
                <a:lnTo>
                  <a:pt x="145" y="2779"/>
                </a:lnTo>
                <a:cubicBezTo>
                  <a:pt x="136" y="2779"/>
                  <a:pt x="126" y="2778"/>
                  <a:pt x="117" y="2776"/>
                </a:cubicBezTo>
                <a:cubicBezTo>
                  <a:pt x="108" y="2774"/>
                  <a:pt x="99" y="2772"/>
                  <a:pt x="90" y="2768"/>
                </a:cubicBezTo>
                <a:cubicBezTo>
                  <a:pt x="81" y="2764"/>
                  <a:pt x="73" y="2760"/>
                  <a:pt x="65" y="2754"/>
                </a:cubicBezTo>
                <a:cubicBezTo>
                  <a:pt x="57" y="2749"/>
                  <a:pt x="49" y="2743"/>
                  <a:pt x="43" y="2736"/>
                </a:cubicBezTo>
                <a:cubicBezTo>
                  <a:pt x="36" y="2730"/>
                  <a:pt x="30" y="2722"/>
                  <a:pt x="25" y="2714"/>
                </a:cubicBezTo>
                <a:cubicBezTo>
                  <a:pt x="19" y="2706"/>
                  <a:pt x="15" y="2698"/>
                  <a:pt x="11" y="2689"/>
                </a:cubicBezTo>
                <a:cubicBezTo>
                  <a:pt x="7" y="2680"/>
                  <a:pt x="5" y="2671"/>
                  <a:pt x="3" y="2662"/>
                </a:cubicBezTo>
                <a:cubicBezTo>
                  <a:pt x="1" y="2653"/>
                  <a:pt x="0" y="2643"/>
                  <a:pt x="0" y="26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861840" y="1566720"/>
            <a:ext cx="10468440" cy="1000440"/>
          </a:xfrm>
          <a:custGeom>
            <a:avLst/>
            <a:gdLst/>
            <a:ahLst/>
            <a:rect l="0" t="0" r="r" b="b"/>
            <a:pathLst>
              <a:path fill="none" w="29079" h="2779">
                <a:moveTo>
                  <a:pt x="0" y="26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7"/>
                  <a:pt x="28989" y="11"/>
                </a:cubicBezTo>
                <a:cubicBezTo>
                  <a:pt x="28998" y="15"/>
                  <a:pt x="29006" y="19"/>
                  <a:pt x="29014" y="24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49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6"/>
                  <a:pt x="29079" y="136"/>
                  <a:pt x="29079" y="145"/>
                </a:cubicBezTo>
                <a:lnTo>
                  <a:pt x="29079" y="2633"/>
                </a:lnTo>
                <a:cubicBezTo>
                  <a:pt x="29079" y="2643"/>
                  <a:pt x="29078" y="2653"/>
                  <a:pt x="29076" y="2662"/>
                </a:cubicBezTo>
                <a:cubicBezTo>
                  <a:pt x="29074" y="2671"/>
                  <a:pt x="29071" y="2680"/>
                  <a:pt x="29068" y="2689"/>
                </a:cubicBezTo>
                <a:cubicBezTo>
                  <a:pt x="29064" y="2698"/>
                  <a:pt x="29059" y="2706"/>
                  <a:pt x="29054" y="2714"/>
                </a:cubicBezTo>
                <a:cubicBezTo>
                  <a:pt x="29049" y="2722"/>
                  <a:pt x="29043" y="2730"/>
                  <a:pt x="29036" y="2736"/>
                </a:cubicBezTo>
                <a:cubicBezTo>
                  <a:pt x="29029" y="2743"/>
                  <a:pt x="29022" y="2749"/>
                  <a:pt x="29014" y="2754"/>
                </a:cubicBezTo>
                <a:cubicBezTo>
                  <a:pt x="29006" y="2760"/>
                  <a:pt x="28998" y="2764"/>
                  <a:pt x="28989" y="2768"/>
                </a:cubicBezTo>
                <a:cubicBezTo>
                  <a:pt x="28980" y="2772"/>
                  <a:pt x="28971" y="2774"/>
                  <a:pt x="28962" y="2776"/>
                </a:cubicBezTo>
                <a:cubicBezTo>
                  <a:pt x="28952" y="2778"/>
                  <a:pt x="28943" y="2779"/>
                  <a:pt x="28933" y="2779"/>
                </a:cubicBezTo>
                <a:lnTo>
                  <a:pt x="145" y="2779"/>
                </a:lnTo>
                <a:cubicBezTo>
                  <a:pt x="136" y="2779"/>
                  <a:pt x="126" y="2778"/>
                  <a:pt x="117" y="2776"/>
                </a:cubicBezTo>
                <a:cubicBezTo>
                  <a:pt x="108" y="2774"/>
                  <a:pt x="99" y="2772"/>
                  <a:pt x="90" y="2768"/>
                </a:cubicBezTo>
                <a:cubicBezTo>
                  <a:pt x="81" y="2764"/>
                  <a:pt x="73" y="2760"/>
                  <a:pt x="65" y="2754"/>
                </a:cubicBezTo>
                <a:cubicBezTo>
                  <a:pt x="57" y="2749"/>
                  <a:pt x="49" y="2743"/>
                  <a:pt x="43" y="2736"/>
                </a:cubicBezTo>
                <a:cubicBezTo>
                  <a:pt x="36" y="2730"/>
                  <a:pt x="30" y="2722"/>
                  <a:pt x="25" y="2714"/>
                </a:cubicBezTo>
                <a:cubicBezTo>
                  <a:pt x="19" y="2706"/>
                  <a:pt x="15" y="2698"/>
                  <a:pt x="11" y="2689"/>
                </a:cubicBezTo>
                <a:cubicBezTo>
                  <a:pt x="7" y="2680"/>
                  <a:pt x="5" y="2671"/>
                  <a:pt x="3" y="2662"/>
                </a:cubicBezTo>
                <a:cubicBezTo>
                  <a:pt x="1" y="2653"/>
                  <a:pt x="0" y="2643"/>
                  <a:pt x="0" y="2633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861840" y="3423960"/>
            <a:ext cx="10468440" cy="2372040"/>
          </a:xfrm>
          <a:custGeom>
            <a:avLst/>
            <a:gdLst/>
            <a:ahLst/>
            <a:rect l="0" t="0" r="r" b="b"/>
            <a:pathLst>
              <a:path w="29079" h="6589">
                <a:moveTo>
                  <a:pt x="0" y="644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6444"/>
                </a:lnTo>
                <a:cubicBezTo>
                  <a:pt x="29079" y="6453"/>
                  <a:pt x="29078" y="6463"/>
                  <a:pt x="29076" y="6472"/>
                </a:cubicBezTo>
                <a:cubicBezTo>
                  <a:pt x="29074" y="6482"/>
                  <a:pt x="29071" y="6491"/>
                  <a:pt x="29068" y="6500"/>
                </a:cubicBezTo>
                <a:cubicBezTo>
                  <a:pt x="29064" y="6508"/>
                  <a:pt x="29059" y="6517"/>
                  <a:pt x="29054" y="6525"/>
                </a:cubicBezTo>
                <a:cubicBezTo>
                  <a:pt x="29049" y="6533"/>
                  <a:pt x="29043" y="6540"/>
                  <a:pt x="29036" y="6547"/>
                </a:cubicBezTo>
                <a:cubicBezTo>
                  <a:pt x="29029" y="6554"/>
                  <a:pt x="29022" y="6560"/>
                  <a:pt x="29014" y="6565"/>
                </a:cubicBezTo>
                <a:cubicBezTo>
                  <a:pt x="29006" y="6570"/>
                  <a:pt x="28998" y="6575"/>
                  <a:pt x="28989" y="6578"/>
                </a:cubicBezTo>
                <a:cubicBezTo>
                  <a:pt x="28980" y="6582"/>
                  <a:pt x="28971" y="6585"/>
                  <a:pt x="28962" y="6587"/>
                </a:cubicBezTo>
                <a:cubicBezTo>
                  <a:pt x="28952" y="6588"/>
                  <a:pt x="28943" y="6589"/>
                  <a:pt x="28933" y="6589"/>
                </a:cubicBezTo>
                <a:lnTo>
                  <a:pt x="145" y="6589"/>
                </a:lnTo>
                <a:cubicBezTo>
                  <a:pt x="136" y="6589"/>
                  <a:pt x="126" y="6588"/>
                  <a:pt x="117" y="6587"/>
                </a:cubicBezTo>
                <a:cubicBezTo>
                  <a:pt x="108" y="6585"/>
                  <a:pt x="99" y="6582"/>
                  <a:pt x="90" y="6578"/>
                </a:cubicBezTo>
                <a:cubicBezTo>
                  <a:pt x="81" y="6575"/>
                  <a:pt x="73" y="6570"/>
                  <a:pt x="65" y="6565"/>
                </a:cubicBezTo>
                <a:cubicBezTo>
                  <a:pt x="57" y="6560"/>
                  <a:pt x="49" y="6554"/>
                  <a:pt x="43" y="6547"/>
                </a:cubicBezTo>
                <a:cubicBezTo>
                  <a:pt x="36" y="6540"/>
                  <a:pt x="30" y="6533"/>
                  <a:pt x="25" y="6525"/>
                </a:cubicBezTo>
                <a:cubicBezTo>
                  <a:pt x="19" y="6517"/>
                  <a:pt x="15" y="6508"/>
                  <a:pt x="11" y="6500"/>
                </a:cubicBezTo>
                <a:cubicBezTo>
                  <a:pt x="7" y="6491"/>
                  <a:pt x="5" y="6482"/>
                  <a:pt x="3" y="6472"/>
                </a:cubicBezTo>
                <a:cubicBezTo>
                  <a:pt x="1" y="6463"/>
                  <a:pt x="0" y="6453"/>
                  <a:pt x="0" y="644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861840" y="3423960"/>
            <a:ext cx="10468440" cy="2372040"/>
          </a:xfrm>
          <a:custGeom>
            <a:avLst/>
            <a:gdLst/>
            <a:ahLst/>
            <a:rect l="0" t="0" r="r" b="b"/>
            <a:pathLst>
              <a:path fill="none" w="29079" h="6589">
                <a:moveTo>
                  <a:pt x="0" y="644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6444"/>
                </a:lnTo>
                <a:cubicBezTo>
                  <a:pt x="29079" y="6453"/>
                  <a:pt x="29078" y="6463"/>
                  <a:pt x="29076" y="6472"/>
                </a:cubicBezTo>
                <a:cubicBezTo>
                  <a:pt x="29074" y="6482"/>
                  <a:pt x="29071" y="6491"/>
                  <a:pt x="29068" y="6500"/>
                </a:cubicBezTo>
                <a:cubicBezTo>
                  <a:pt x="29064" y="6508"/>
                  <a:pt x="29059" y="6517"/>
                  <a:pt x="29054" y="6525"/>
                </a:cubicBezTo>
                <a:cubicBezTo>
                  <a:pt x="29049" y="6533"/>
                  <a:pt x="29043" y="6540"/>
                  <a:pt x="29036" y="6547"/>
                </a:cubicBezTo>
                <a:cubicBezTo>
                  <a:pt x="29029" y="6554"/>
                  <a:pt x="29022" y="6560"/>
                  <a:pt x="29014" y="6565"/>
                </a:cubicBezTo>
                <a:cubicBezTo>
                  <a:pt x="29006" y="6570"/>
                  <a:pt x="28998" y="6575"/>
                  <a:pt x="28989" y="6578"/>
                </a:cubicBezTo>
                <a:cubicBezTo>
                  <a:pt x="28980" y="6582"/>
                  <a:pt x="28971" y="6585"/>
                  <a:pt x="28962" y="6587"/>
                </a:cubicBezTo>
                <a:cubicBezTo>
                  <a:pt x="28952" y="6588"/>
                  <a:pt x="28943" y="6589"/>
                  <a:pt x="28933" y="6589"/>
                </a:cubicBezTo>
                <a:lnTo>
                  <a:pt x="145" y="6589"/>
                </a:lnTo>
                <a:cubicBezTo>
                  <a:pt x="136" y="6589"/>
                  <a:pt x="126" y="6588"/>
                  <a:pt x="117" y="6587"/>
                </a:cubicBezTo>
                <a:cubicBezTo>
                  <a:pt x="108" y="6585"/>
                  <a:pt x="99" y="6582"/>
                  <a:pt x="90" y="6578"/>
                </a:cubicBezTo>
                <a:cubicBezTo>
                  <a:pt x="81" y="6575"/>
                  <a:pt x="73" y="6570"/>
                  <a:pt x="65" y="6565"/>
                </a:cubicBezTo>
                <a:cubicBezTo>
                  <a:pt x="57" y="6560"/>
                  <a:pt x="49" y="6554"/>
                  <a:pt x="43" y="6547"/>
                </a:cubicBezTo>
                <a:cubicBezTo>
                  <a:pt x="36" y="6540"/>
                  <a:pt x="30" y="6533"/>
                  <a:pt x="25" y="6525"/>
                </a:cubicBezTo>
                <a:cubicBezTo>
                  <a:pt x="19" y="6517"/>
                  <a:pt x="15" y="6508"/>
                  <a:pt x="11" y="6500"/>
                </a:cubicBezTo>
                <a:cubicBezTo>
                  <a:pt x="7" y="6491"/>
                  <a:pt x="5" y="6482"/>
                  <a:pt x="3" y="6472"/>
                </a:cubicBezTo>
                <a:cubicBezTo>
                  <a:pt x="1" y="6463"/>
                  <a:pt x="0" y="6453"/>
                  <a:pt x="0" y="6444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853560" y="943200"/>
            <a:ext cx="22168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Image Galleries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019160" y="1746720"/>
            <a:ext cx="5624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&lt;!-- Save images in assets/images/gallery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701400" y="1746720"/>
            <a:ext cx="14090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_name/ --&gt;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077840" y="2089800"/>
            <a:ext cx="15498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{% include_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2527920" y="2089800"/>
            <a:ext cx="6310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cached snippets/masonry.html internal="gallery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895960" y="2089800"/>
            <a:ext cx="12679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_name" %}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853560" y="2791080"/>
            <a:ext cx="29836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Gallery Conﬁguration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019160" y="3604320"/>
            <a:ext cx="2195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In _config.yml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019160" y="3947040"/>
            <a:ext cx="12351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defaults: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019160" y="4290120"/>
            <a:ext cx="1372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scope: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019160" y="4632840"/>
            <a:ext cx="5487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path: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"assets/images/gallery_name"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019160" y="4975920"/>
            <a:ext cx="1509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values: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019160" y="5318640"/>
            <a:ext cx="39783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image_col: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gallery_name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17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861840" y="2509560"/>
            <a:ext cx="10468440" cy="1000440"/>
          </a:xfrm>
          <a:custGeom>
            <a:avLst/>
            <a:gdLst/>
            <a:ahLst/>
            <a:rect l="0" t="0" r="r" b="b"/>
            <a:pathLst>
              <a:path w="29079" h="2779">
                <a:moveTo>
                  <a:pt x="0" y="263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2633"/>
                </a:lnTo>
                <a:cubicBezTo>
                  <a:pt x="29079" y="2642"/>
                  <a:pt x="29078" y="2652"/>
                  <a:pt x="29076" y="2661"/>
                </a:cubicBezTo>
                <a:cubicBezTo>
                  <a:pt x="29074" y="2671"/>
                  <a:pt x="29071" y="2680"/>
                  <a:pt x="29068" y="2689"/>
                </a:cubicBezTo>
                <a:cubicBezTo>
                  <a:pt x="29064" y="2697"/>
                  <a:pt x="29059" y="2706"/>
                  <a:pt x="29054" y="2714"/>
                </a:cubicBezTo>
                <a:cubicBezTo>
                  <a:pt x="29049" y="2722"/>
                  <a:pt x="29043" y="2729"/>
                  <a:pt x="29036" y="2736"/>
                </a:cubicBezTo>
                <a:cubicBezTo>
                  <a:pt x="29029" y="2743"/>
                  <a:pt x="29022" y="2749"/>
                  <a:pt x="29014" y="2755"/>
                </a:cubicBezTo>
                <a:cubicBezTo>
                  <a:pt x="29006" y="2760"/>
                  <a:pt x="28998" y="2765"/>
                  <a:pt x="28989" y="2768"/>
                </a:cubicBezTo>
                <a:cubicBezTo>
                  <a:pt x="28980" y="2772"/>
                  <a:pt x="28971" y="2775"/>
                  <a:pt x="28962" y="2777"/>
                </a:cubicBezTo>
                <a:cubicBezTo>
                  <a:pt x="28952" y="2778"/>
                  <a:pt x="28943" y="2779"/>
                  <a:pt x="28933" y="2779"/>
                </a:cubicBezTo>
                <a:lnTo>
                  <a:pt x="145" y="2779"/>
                </a:lnTo>
                <a:cubicBezTo>
                  <a:pt x="136" y="2779"/>
                  <a:pt x="126" y="2778"/>
                  <a:pt x="117" y="2777"/>
                </a:cubicBezTo>
                <a:cubicBezTo>
                  <a:pt x="108" y="2775"/>
                  <a:pt x="99" y="2772"/>
                  <a:pt x="90" y="2768"/>
                </a:cubicBezTo>
                <a:cubicBezTo>
                  <a:pt x="81" y="2765"/>
                  <a:pt x="73" y="2760"/>
                  <a:pt x="65" y="2755"/>
                </a:cubicBezTo>
                <a:cubicBezTo>
                  <a:pt x="57" y="2749"/>
                  <a:pt x="49" y="2743"/>
                  <a:pt x="43" y="2736"/>
                </a:cubicBezTo>
                <a:cubicBezTo>
                  <a:pt x="36" y="2729"/>
                  <a:pt x="30" y="2722"/>
                  <a:pt x="25" y="2714"/>
                </a:cubicBezTo>
                <a:cubicBezTo>
                  <a:pt x="19" y="2706"/>
                  <a:pt x="15" y="2697"/>
                  <a:pt x="11" y="2689"/>
                </a:cubicBezTo>
                <a:cubicBezTo>
                  <a:pt x="7" y="2680"/>
                  <a:pt x="5" y="2671"/>
                  <a:pt x="3" y="2661"/>
                </a:cubicBezTo>
                <a:cubicBezTo>
                  <a:pt x="1" y="2652"/>
                  <a:pt x="0" y="2642"/>
                  <a:pt x="0" y="26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861840" y="2509560"/>
            <a:ext cx="10468440" cy="1000440"/>
          </a:xfrm>
          <a:custGeom>
            <a:avLst/>
            <a:gdLst/>
            <a:ahLst/>
            <a:rect l="0" t="0" r="r" b="b"/>
            <a:pathLst>
              <a:path fill="none" w="29079" h="2779">
                <a:moveTo>
                  <a:pt x="0" y="263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2633"/>
                </a:lnTo>
                <a:cubicBezTo>
                  <a:pt x="29079" y="2642"/>
                  <a:pt x="29078" y="2652"/>
                  <a:pt x="29076" y="2661"/>
                </a:cubicBezTo>
                <a:cubicBezTo>
                  <a:pt x="29074" y="2671"/>
                  <a:pt x="29071" y="2680"/>
                  <a:pt x="29068" y="2689"/>
                </a:cubicBezTo>
                <a:cubicBezTo>
                  <a:pt x="29064" y="2697"/>
                  <a:pt x="29059" y="2706"/>
                  <a:pt x="29054" y="2714"/>
                </a:cubicBezTo>
                <a:cubicBezTo>
                  <a:pt x="29049" y="2722"/>
                  <a:pt x="29043" y="2729"/>
                  <a:pt x="29036" y="2736"/>
                </a:cubicBezTo>
                <a:cubicBezTo>
                  <a:pt x="29029" y="2743"/>
                  <a:pt x="29022" y="2749"/>
                  <a:pt x="29014" y="2755"/>
                </a:cubicBezTo>
                <a:cubicBezTo>
                  <a:pt x="29006" y="2760"/>
                  <a:pt x="28998" y="2765"/>
                  <a:pt x="28989" y="2768"/>
                </a:cubicBezTo>
                <a:cubicBezTo>
                  <a:pt x="28980" y="2772"/>
                  <a:pt x="28971" y="2775"/>
                  <a:pt x="28962" y="2777"/>
                </a:cubicBezTo>
                <a:cubicBezTo>
                  <a:pt x="28952" y="2778"/>
                  <a:pt x="28943" y="2779"/>
                  <a:pt x="28933" y="2779"/>
                </a:cubicBezTo>
                <a:lnTo>
                  <a:pt x="145" y="2779"/>
                </a:lnTo>
                <a:cubicBezTo>
                  <a:pt x="136" y="2779"/>
                  <a:pt x="126" y="2778"/>
                  <a:pt x="117" y="2777"/>
                </a:cubicBezTo>
                <a:cubicBezTo>
                  <a:pt x="108" y="2775"/>
                  <a:pt x="99" y="2772"/>
                  <a:pt x="90" y="2768"/>
                </a:cubicBezTo>
                <a:cubicBezTo>
                  <a:pt x="81" y="2765"/>
                  <a:pt x="73" y="2760"/>
                  <a:pt x="65" y="2755"/>
                </a:cubicBezTo>
                <a:cubicBezTo>
                  <a:pt x="57" y="2749"/>
                  <a:pt x="49" y="2743"/>
                  <a:pt x="43" y="2736"/>
                </a:cubicBezTo>
                <a:cubicBezTo>
                  <a:pt x="36" y="2729"/>
                  <a:pt x="30" y="2722"/>
                  <a:pt x="25" y="2714"/>
                </a:cubicBezTo>
                <a:cubicBezTo>
                  <a:pt x="19" y="2706"/>
                  <a:pt x="15" y="2697"/>
                  <a:pt x="11" y="2689"/>
                </a:cubicBezTo>
                <a:cubicBezTo>
                  <a:pt x="7" y="2680"/>
                  <a:pt x="5" y="2671"/>
                  <a:pt x="3" y="2661"/>
                </a:cubicBezTo>
                <a:cubicBezTo>
                  <a:pt x="1" y="2652"/>
                  <a:pt x="0" y="2642"/>
                  <a:pt x="0" y="2633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853560" y="941040"/>
            <a:ext cx="59032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11: Embedding Videos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853560" y="1876680"/>
            <a:ext cx="28900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YouTube Integration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019160" y="2689920"/>
            <a:ext cx="3292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&lt;!-- Video shortcode --&gt;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019160" y="3032640"/>
            <a:ext cx="7133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{% include video id="VIDEO_ID" provider="youtube" %}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95120" y="44766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853560" y="3733920"/>
            <a:ext cx="22093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Video Providers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095120" y="4857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310760" y="4356720"/>
            <a:ext cx="3255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YouTube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Most common choice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095120" y="5229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310760" y="4737600"/>
            <a:ext cx="2790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Vimeo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Professional videos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310760" y="5109120"/>
            <a:ext cx="3481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Dailymotion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Alternative platform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18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861840" y="2509560"/>
            <a:ext cx="10468440" cy="1343520"/>
          </a:xfrm>
          <a:custGeom>
            <a:avLst/>
            <a:gdLst/>
            <a:ahLst/>
            <a:rect l="0" t="0" r="r" b="b"/>
            <a:pathLst>
              <a:path w="29079" h="3732">
                <a:moveTo>
                  <a:pt x="0" y="35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3586"/>
                </a:lnTo>
                <a:cubicBezTo>
                  <a:pt x="29079" y="3596"/>
                  <a:pt x="29078" y="3605"/>
                  <a:pt x="29076" y="3615"/>
                </a:cubicBezTo>
                <a:cubicBezTo>
                  <a:pt x="29074" y="3624"/>
                  <a:pt x="29071" y="3633"/>
                  <a:pt x="29068" y="3642"/>
                </a:cubicBezTo>
                <a:cubicBezTo>
                  <a:pt x="29064" y="3651"/>
                  <a:pt x="29059" y="3659"/>
                  <a:pt x="29054" y="3667"/>
                </a:cubicBezTo>
                <a:cubicBezTo>
                  <a:pt x="29049" y="3675"/>
                  <a:pt x="29043" y="3683"/>
                  <a:pt x="29036" y="3689"/>
                </a:cubicBezTo>
                <a:cubicBezTo>
                  <a:pt x="29029" y="3696"/>
                  <a:pt x="29022" y="3702"/>
                  <a:pt x="29014" y="3707"/>
                </a:cubicBezTo>
                <a:cubicBezTo>
                  <a:pt x="29006" y="3713"/>
                  <a:pt x="28998" y="3717"/>
                  <a:pt x="28989" y="3721"/>
                </a:cubicBezTo>
                <a:cubicBezTo>
                  <a:pt x="28980" y="3724"/>
                  <a:pt x="28971" y="3727"/>
                  <a:pt x="28962" y="3729"/>
                </a:cubicBezTo>
                <a:cubicBezTo>
                  <a:pt x="28952" y="3731"/>
                  <a:pt x="28943" y="3732"/>
                  <a:pt x="28933" y="3732"/>
                </a:cubicBezTo>
                <a:lnTo>
                  <a:pt x="145" y="3732"/>
                </a:lnTo>
                <a:cubicBezTo>
                  <a:pt x="136" y="3732"/>
                  <a:pt x="126" y="3731"/>
                  <a:pt x="117" y="3729"/>
                </a:cubicBezTo>
                <a:cubicBezTo>
                  <a:pt x="108" y="3727"/>
                  <a:pt x="99" y="3724"/>
                  <a:pt x="90" y="3721"/>
                </a:cubicBezTo>
                <a:cubicBezTo>
                  <a:pt x="81" y="3717"/>
                  <a:pt x="73" y="3713"/>
                  <a:pt x="65" y="3707"/>
                </a:cubicBezTo>
                <a:cubicBezTo>
                  <a:pt x="57" y="3702"/>
                  <a:pt x="49" y="3696"/>
                  <a:pt x="43" y="3689"/>
                </a:cubicBezTo>
                <a:cubicBezTo>
                  <a:pt x="36" y="3683"/>
                  <a:pt x="30" y="3675"/>
                  <a:pt x="25" y="3667"/>
                </a:cubicBezTo>
                <a:cubicBezTo>
                  <a:pt x="19" y="3659"/>
                  <a:pt x="15" y="3651"/>
                  <a:pt x="11" y="3642"/>
                </a:cubicBezTo>
                <a:cubicBezTo>
                  <a:pt x="7" y="3633"/>
                  <a:pt x="5" y="3624"/>
                  <a:pt x="3" y="3615"/>
                </a:cubicBezTo>
                <a:cubicBezTo>
                  <a:pt x="1" y="3605"/>
                  <a:pt x="0" y="3596"/>
                  <a:pt x="0" y="35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861840" y="2509560"/>
            <a:ext cx="10468440" cy="1343520"/>
          </a:xfrm>
          <a:custGeom>
            <a:avLst/>
            <a:gdLst/>
            <a:ahLst/>
            <a:rect l="0" t="0" r="r" b="b"/>
            <a:pathLst>
              <a:path fill="none" w="29079" h="3732">
                <a:moveTo>
                  <a:pt x="0" y="35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3586"/>
                </a:lnTo>
                <a:cubicBezTo>
                  <a:pt x="29079" y="3596"/>
                  <a:pt x="29078" y="3605"/>
                  <a:pt x="29076" y="3615"/>
                </a:cubicBezTo>
                <a:cubicBezTo>
                  <a:pt x="29074" y="3624"/>
                  <a:pt x="29071" y="3633"/>
                  <a:pt x="29068" y="3642"/>
                </a:cubicBezTo>
                <a:cubicBezTo>
                  <a:pt x="29064" y="3651"/>
                  <a:pt x="29059" y="3659"/>
                  <a:pt x="29054" y="3667"/>
                </a:cubicBezTo>
                <a:cubicBezTo>
                  <a:pt x="29049" y="3675"/>
                  <a:pt x="29043" y="3683"/>
                  <a:pt x="29036" y="3689"/>
                </a:cubicBezTo>
                <a:cubicBezTo>
                  <a:pt x="29029" y="3696"/>
                  <a:pt x="29022" y="3702"/>
                  <a:pt x="29014" y="3707"/>
                </a:cubicBezTo>
                <a:cubicBezTo>
                  <a:pt x="29006" y="3713"/>
                  <a:pt x="28998" y="3717"/>
                  <a:pt x="28989" y="3721"/>
                </a:cubicBezTo>
                <a:cubicBezTo>
                  <a:pt x="28980" y="3724"/>
                  <a:pt x="28971" y="3727"/>
                  <a:pt x="28962" y="3729"/>
                </a:cubicBezTo>
                <a:cubicBezTo>
                  <a:pt x="28952" y="3731"/>
                  <a:pt x="28943" y="3732"/>
                  <a:pt x="28933" y="3732"/>
                </a:cubicBezTo>
                <a:lnTo>
                  <a:pt x="145" y="3732"/>
                </a:lnTo>
                <a:cubicBezTo>
                  <a:pt x="136" y="3732"/>
                  <a:pt x="126" y="3731"/>
                  <a:pt x="117" y="3729"/>
                </a:cubicBezTo>
                <a:cubicBezTo>
                  <a:pt x="108" y="3727"/>
                  <a:pt x="99" y="3724"/>
                  <a:pt x="90" y="3721"/>
                </a:cubicBezTo>
                <a:cubicBezTo>
                  <a:pt x="81" y="3717"/>
                  <a:pt x="73" y="3713"/>
                  <a:pt x="65" y="3707"/>
                </a:cubicBezTo>
                <a:cubicBezTo>
                  <a:pt x="57" y="3702"/>
                  <a:pt x="49" y="3696"/>
                  <a:pt x="43" y="3689"/>
                </a:cubicBezTo>
                <a:cubicBezTo>
                  <a:pt x="36" y="3683"/>
                  <a:pt x="30" y="3675"/>
                  <a:pt x="25" y="3667"/>
                </a:cubicBezTo>
                <a:cubicBezTo>
                  <a:pt x="19" y="3659"/>
                  <a:pt x="15" y="3651"/>
                  <a:pt x="11" y="3642"/>
                </a:cubicBezTo>
                <a:cubicBezTo>
                  <a:pt x="7" y="3633"/>
                  <a:pt x="5" y="3624"/>
                  <a:pt x="3" y="3615"/>
                </a:cubicBezTo>
                <a:cubicBezTo>
                  <a:pt x="1" y="3605"/>
                  <a:pt x="0" y="3596"/>
                  <a:pt x="0" y="3586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853560" y="941040"/>
            <a:ext cx="921924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12: Adding Icons and Visual Elements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853560" y="1876680"/>
            <a:ext cx="29206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Font Awesome Icons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019160" y="2689920"/>
            <a:ext cx="6858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"fa-solid fa-pen-nib"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&gt;&lt;/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 Text with icon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019160" y="3032640"/>
            <a:ext cx="5761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"fa-solid fa-code"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&gt;&lt;/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 Code icon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019160" y="3375720"/>
            <a:ext cx="6584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"fa-solid fa-chart-bar"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&gt;&lt;/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 Chart icon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095120" y="4971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853560" y="4229280"/>
            <a:ext cx="21499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Icon Resources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994840" y="5105160"/>
            <a:ext cx="1893960" cy="19440"/>
          </a:xfrm>
          <a:custGeom>
            <a:avLst/>
            <a:gdLst/>
            <a:ahLst/>
            <a:rect l="0" t="0" r="r" b="b"/>
            <a:pathLst>
              <a:path w="5261" h="54">
                <a:moveTo>
                  <a:pt x="0" y="0"/>
                </a:moveTo>
                <a:lnTo>
                  <a:pt x="5261" y="0"/>
                </a:lnTo>
                <a:lnTo>
                  <a:pt x="526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095120" y="53528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5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310760" y="4852080"/>
            <a:ext cx="3620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Font Awesome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IBMPlexSans"/>
                <a:ea typeface="IBMPlexSans"/>
              </a:rPr>
              <a:t>fontawesome.com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095120" y="5724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310760" y="5232960"/>
            <a:ext cx="3335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Variety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Thousands of free icons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310760" y="5604480"/>
            <a:ext cx="4496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Categories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Technical, social, business, etc.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448320" y="49719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4"/>
                  <a:pt x="172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210360" y="4229280"/>
            <a:ext cx="15159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Usage Tips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6448320" y="5352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5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5"/>
                  <a:pt x="172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667560" y="4852080"/>
            <a:ext cx="3324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Use icons to enhance readability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44832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2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6667560" y="5232960"/>
            <a:ext cx="3428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Maintain consistency in icon style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667560" y="5604480"/>
            <a:ext cx="2840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Don't overuse - less is more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19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861840" y="1814400"/>
            <a:ext cx="5115240" cy="1495800"/>
          </a:xfrm>
          <a:custGeom>
            <a:avLst/>
            <a:gdLst/>
            <a:ahLst/>
            <a:rect l="0" t="0" r="r" b="b"/>
            <a:pathLst>
              <a:path w="14209" h="4155">
                <a:moveTo>
                  <a:pt x="0" y="40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4" y="0"/>
                </a:lnTo>
                <a:cubicBezTo>
                  <a:pt x="14073" y="0"/>
                  <a:pt x="14083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60" y="36"/>
                  <a:pt x="14166" y="42"/>
                </a:cubicBezTo>
                <a:cubicBezTo>
                  <a:pt x="14173" y="49"/>
                  <a:pt x="14179" y="57"/>
                  <a:pt x="14185" y="64"/>
                </a:cubicBezTo>
                <a:cubicBezTo>
                  <a:pt x="14190" y="72"/>
                  <a:pt x="14194" y="81"/>
                  <a:pt x="14198" y="90"/>
                </a:cubicBezTo>
                <a:cubicBezTo>
                  <a:pt x="14202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4009"/>
                </a:lnTo>
                <a:cubicBezTo>
                  <a:pt x="14209" y="4019"/>
                  <a:pt x="14208" y="4028"/>
                  <a:pt x="14206" y="4038"/>
                </a:cubicBezTo>
                <a:cubicBezTo>
                  <a:pt x="14204" y="4047"/>
                  <a:pt x="14202" y="4056"/>
                  <a:pt x="14198" y="4065"/>
                </a:cubicBezTo>
                <a:cubicBezTo>
                  <a:pt x="14194" y="4074"/>
                  <a:pt x="14190" y="4082"/>
                  <a:pt x="14185" y="4090"/>
                </a:cubicBezTo>
                <a:cubicBezTo>
                  <a:pt x="14179" y="4098"/>
                  <a:pt x="14173" y="4105"/>
                  <a:pt x="14166" y="4112"/>
                </a:cubicBezTo>
                <a:cubicBezTo>
                  <a:pt x="14160" y="4119"/>
                  <a:pt x="14152" y="4125"/>
                  <a:pt x="14144" y="4130"/>
                </a:cubicBezTo>
                <a:cubicBezTo>
                  <a:pt x="14136" y="4136"/>
                  <a:pt x="14128" y="4140"/>
                  <a:pt x="14119" y="4144"/>
                </a:cubicBezTo>
                <a:cubicBezTo>
                  <a:pt x="14110" y="4147"/>
                  <a:pt x="14101" y="4150"/>
                  <a:pt x="14092" y="4152"/>
                </a:cubicBezTo>
                <a:cubicBezTo>
                  <a:pt x="14083" y="4154"/>
                  <a:pt x="14073" y="4155"/>
                  <a:pt x="14064" y="4155"/>
                </a:cubicBezTo>
                <a:lnTo>
                  <a:pt x="145" y="4155"/>
                </a:lnTo>
                <a:cubicBezTo>
                  <a:pt x="136" y="4155"/>
                  <a:pt x="126" y="4154"/>
                  <a:pt x="117" y="4152"/>
                </a:cubicBezTo>
                <a:cubicBezTo>
                  <a:pt x="108" y="4150"/>
                  <a:pt x="99" y="4147"/>
                  <a:pt x="90" y="4144"/>
                </a:cubicBezTo>
                <a:cubicBezTo>
                  <a:pt x="81" y="4140"/>
                  <a:pt x="73" y="4136"/>
                  <a:pt x="65" y="4130"/>
                </a:cubicBezTo>
                <a:cubicBezTo>
                  <a:pt x="57" y="4125"/>
                  <a:pt x="49" y="4119"/>
                  <a:pt x="43" y="4112"/>
                </a:cubicBezTo>
                <a:cubicBezTo>
                  <a:pt x="36" y="4105"/>
                  <a:pt x="30" y="4098"/>
                  <a:pt x="25" y="4090"/>
                </a:cubicBezTo>
                <a:cubicBezTo>
                  <a:pt x="19" y="4082"/>
                  <a:pt x="15" y="4074"/>
                  <a:pt x="11" y="4065"/>
                </a:cubicBezTo>
                <a:cubicBezTo>
                  <a:pt x="7" y="4056"/>
                  <a:pt x="5" y="4047"/>
                  <a:pt x="3" y="4038"/>
                </a:cubicBezTo>
                <a:cubicBezTo>
                  <a:pt x="1" y="4028"/>
                  <a:pt x="0" y="4019"/>
                  <a:pt x="0" y="400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861840" y="1814400"/>
            <a:ext cx="5115240" cy="1495800"/>
          </a:xfrm>
          <a:custGeom>
            <a:avLst/>
            <a:gdLst/>
            <a:ahLst/>
            <a:rect l="0" t="0" r="r" b="b"/>
            <a:pathLst>
              <a:path fill="none" w="14209" h="4155">
                <a:moveTo>
                  <a:pt x="0" y="40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4" y="0"/>
                </a:lnTo>
                <a:cubicBezTo>
                  <a:pt x="14073" y="0"/>
                  <a:pt x="14083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60" y="36"/>
                  <a:pt x="14166" y="42"/>
                </a:cubicBezTo>
                <a:cubicBezTo>
                  <a:pt x="14173" y="49"/>
                  <a:pt x="14179" y="57"/>
                  <a:pt x="14185" y="64"/>
                </a:cubicBezTo>
                <a:cubicBezTo>
                  <a:pt x="14190" y="72"/>
                  <a:pt x="14194" y="81"/>
                  <a:pt x="14198" y="90"/>
                </a:cubicBezTo>
                <a:cubicBezTo>
                  <a:pt x="14202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4009"/>
                </a:lnTo>
                <a:cubicBezTo>
                  <a:pt x="14209" y="4019"/>
                  <a:pt x="14208" y="4028"/>
                  <a:pt x="14206" y="4038"/>
                </a:cubicBezTo>
                <a:cubicBezTo>
                  <a:pt x="14204" y="4047"/>
                  <a:pt x="14202" y="4056"/>
                  <a:pt x="14198" y="4065"/>
                </a:cubicBezTo>
                <a:cubicBezTo>
                  <a:pt x="14194" y="4074"/>
                  <a:pt x="14190" y="4082"/>
                  <a:pt x="14185" y="4090"/>
                </a:cubicBezTo>
                <a:cubicBezTo>
                  <a:pt x="14179" y="4098"/>
                  <a:pt x="14173" y="4105"/>
                  <a:pt x="14166" y="4112"/>
                </a:cubicBezTo>
                <a:cubicBezTo>
                  <a:pt x="14160" y="4119"/>
                  <a:pt x="14152" y="4125"/>
                  <a:pt x="14144" y="4130"/>
                </a:cubicBezTo>
                <a:cubicBezTo>
                  <a:pt x="14136" y="4136"/>
                  <a:pt x="14128" y="4140"/>
                  <a:pt x="14119" y="4144"/>
                </a:cubicBezTo>
                <a:cubicBezTo>
                  <a:pt x="14110" y="4147"/>
                  <a:pt x="14101" y="4150"/>
                  <a:pt x="14092" y="4152"/>
                </a:cubicBezTo>
                <a:cubicBezTo>
                  <a:pt x="14083" y="4154"/>
                  <a:pt x="14073" y="4155"/>
                  <a:pt x="14064" y="4155"/>
                </a:cubicBezTo>
                <a:lnTo>
                  <a:pt x="145" y="4155"/>
                </a:lnTo>
                <a:cubicBezTo>
                  <a:pt x="136" y="4155"/>
                  <a:pt x="126" y="4154"/>
                  <a:pt x="117" y="4152"/>
                </a:cubicBezTo>
                <a:cubicBezTo>
                  <a:pt x="108" y="4150"/>
                  <a:pt x="99" y="4147"/>
                  <a:pt x="90" y="4144"/>
                </a:cubicBezTo>
                <a:cubicBezTo>
                  <a:pt x="81" y="4140"/>
                  <a:pt x="73" y="4136"/>
                  <a:pt x="65" y="4130"/>
                </a:cubicBezTo>
                <a:cubicBezTo>
                  <a:pt x="57" y="4125"/>
                  <a:pt x="49" y="4119"/>
                  <a:pt x="43" y="4112"/>
                </a:cubicBezTo>
                <a:cubicBezTo>
                  <a:pt x="36" y="4105"/>
                  <a:pt x="30" y="4098"/>
                  <a:pt x="25" y="4090"/>
                </a:cubicBezTo>
                <a:cubicBezTo>
                  <a:pt x="19" y="4082"/>
                  <a:pt x="15" y="4074"/>
                  <a:pt x="11" y="4065"/>
                </a:cubicBezTo>
                <a:cubicBezTo>
                  <a:pt x="7" y="4056"/>
                  <a:pt x="5" y="4047"/>
                  <a:pt x="3" y="4038"/>
                </a:cubicBezTo>
                <a:cubicBezTo>
                  <a:pt x="1" y="4028"/>
                  <a:pt x="0" y="4019"/>
                  <a:pt x="0" y="4009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853560" y="941040"/>
            <a:ext cx="78886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13: Creating Interactive Modals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019160" y="1987200"/>
            <a:ext cx="216684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&lt;!-- Trigger button --&gt;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019160" y="2222640"/>
            <a:ext cx="433404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2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button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2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type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24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"button"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2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24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"btn btn-primary"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019160" y="2458080"/>
            <a:ext cx="480456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</a:t>
            </a:r>
            <a:r>
              <a:rPr b="0" lang="en-US" sz="12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data-toggle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24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"modal"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2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data-target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24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"#myModal"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019160" y="2693160"/>
            <a:ext cx="131940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Open Modal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6215040" y="1814400"/>
            <a:ext cx="5115240" cy="3572280"/>
          </a:xfrm>
          <a:custGeom>
            <a:avLst/>
            <a:gdLst/>
            <a:ahLst/>
            <a:rect l="0" t="0" r="r" b="b"/>
            <a:pathLst>
              <a:path w="14209" h="9923">
                <a:moveTo>
                  <a:pt x="0" y="9776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3" y="0"/>
                </a:lnTo>
                <a:cubicBezTo>
                  <a:pt x="14073" y="0"/>
                  <a:pt x="14082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59" y="36"/>
                  <a:pt x="14166" y="42"/>
                </a:cubicBezTo>
                <a:cubicBezTo>
                  <a:pt x="14173" y="49"/>
                  <a:pt x="14179" y="57"/>
                  <a:pt x="14184" y="64"/>
                </a:cubicBezTo>
                <a:cubicBezTo>
                  <a:pt x="14189" y="72"/>
                  <a:pt x="14194" y="81"/>
                  <a:pt x="14198" y="90"/>
                </a:cubicBezTo>
                <a:cubicBezTo>
                  <a:pt x="14201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9776"/>
                </a:lnTo>
                <a:cubicBezTo>
                  <a:pt x="14209" y="9786"/>
                  <a:pt x="14208" y="9795"/>
                  <a:pt x="14206" y="9805"/>
                </a:cubicBezTo>
                <a:cubicBezTo>
                  <a:pt x="14204" y="9814"/>
                  <a:pt x="14201" y="9823"/>
                  <a:pt x="14198" y="9832"/>
                </a:cubicBezTo>
                <a:cubicBezTo>
                  <a:pt x="14194" y="9841"/>
                  <a:pt x="14189" y="9850"/>
                  <a:pt x="14184" y="9858"/>
                </a:cubicBezTo>
                <a:cubicBezTo>
                  <a:pt x="14179" y="9866"/>
                  <a:pt x="14173" y="9873"/>
                  <a:pt x="14166" y="9880"/>
                </a:cubicBezTo>
                <a:cubicBezTo>
                  <a:pt x="14159" y="9887"/>
                  <a:pt x="14152" y="9893"/>
                  <a:pt x="14144" y="9898"/>
                </a:cubicBezTo>
                <a:cubicBezTo>
                  <a:pt x="14136" y="9903"/>
                  <a:pt x="14128" y="9908"/>
                  <a:pt x="14119" y="9912"/>
                </a:cubicBezTo>
                <a:cubicBezTo>
                  <a:pt x="14110" y="9915"/>
                  <a:pt x="14101" y="9918"/>
                  <a:pt x="14092" y="9920"/>
                </a:cubicBezTo>
                <a:cubicBezTo>
                  <a:pt x="14082" y="9922"/>
                  <a:pt x="14073" y="9923"/>
                  <a:pt x="14063" y="9923"/>
                </a:cubicBezTo>
                <a:lnTo>
                  <a:pt x="145" y="9923"/>
                </a:lnTo>
                <a:cubicBezTo>
                  <a:pt x="136" y="9923"/>
                  <a:pt x="126" y="9922"/>
                  <a:pt x="117" y="9920"/>
                </a:cubicBezTo>
                <a:cubicBezTo>
                  <a:pt x="107" y="9918"/>
                  <a:pt x="98" y="9915"/>
                  <a:pt x="89" y="9912"/>
                </a:cubicBezTo>
                <a:cubicBezTo>
                  <a:pt x="81" y="9908"/>
                  <a:pt x="72" y="9903"/>
                  <a:pt x="64" y="9898"/>
                </a:cubicBezTo>
                <a:cubicBezTo>
                  <a:pt x="56" y="9893"/>
                  <a:pt x="49" y="9887"/>
                  <a:pt x="42" y="9880"/>
                </a:cubicBezTo>
                <a:cubicBezTo>
                  <a:pt x="35" y="9873"/>
                  <a:pt x="29" y="9866"/>
                  <a:pt x="24" y="9858"/>
                </a:cubicBezTo>
                <a:cubicBezTo>
                  <a:pt x="19" y="9850"/>
                  <a:pt x="14" y="9841"/>
                  <a:pt x="11" y="9832"/>
                </a:cubicBezTo>
                <a:cubicBezTo>
                  <a:pt x="7" y="9823"/>
                  <a:pt x="4" y="9814"/>
                  <a:pt x="2" y="9805"/>
                </a:cubicBezTo>
                <a:cubicBezTo>
                  <a:pt x="0" y="9795"/>
                  <a:pt x="0" y="9786"/>
                  <a:pt x="0" y="977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215040" y="1814400"/>
            <a:ext cx="5115240" cy="3572280"/>
          </a:xfrm>
          <a:custGeom>
            <a:avLst/>
            <a:gdLst/>
            <a:ahLst/>
            <a:rect l="0" t="0" r="r" b="b"/>
            <a:pathLst>
              <a:path fill="none" w="14209" h="9923">
                <a:moveTo>
                  <a:pt x="0" y="9776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3" y="0"/>
                </a:lnTo>
                <a:cubicBezTo>
                  <a:pt x="14073" y="0"/>
                  <a:pt x="14082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59" y="36"/>
                  <a:pt x="14166" y="42"/>
                </a:cubicBezTo>
                <a:cubicBezTo>
                  <a:pt x="14173" y="49"/>
                  <a:pt x="14179" y="57"/>
                  <a:pt x="14184" y="64"/>
                </a:cubicBezTo>
                <a:cubicBezTo>
                  <a:pt x="14189" y="72"/>
                  <a:pt x="14194" y="81"/>
                  <a:pt x="14198" y="90"/>
                </a:cubicBezTo>
                <a:cubicBezTo>
                  <a:pt x="14201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9776"/>
                </a:lnTo>
                <a:cubicBezTo>
                  <a:pt x="14209" y="9786"/>
                  <a:pt x="14208" y="9795"/>
                  <a:pt x="14206" y="9805"/>
                </a:cubicBezTo>
                <a:cubicBezTo>
                  <a:pt x="14204" y="9814"/>
                  <a:pt x="14201" y="9823"/>
                  <a:pt x="14198" y="9832"/>
                </a:cubicBezTo>
                <a:cubicBezTo>
                  <a:pt x="14194" y="9841"/>
                  <a:pt x="14189" y="9850"/>
                  <a:pt x="14184" y="9858"/>
                </a:cubicBezTo>
                <a:cubicBezTo>
                  <a:pt x="14179" y="9866"/>
                  <a:pt x="14173" y="9873"/>
                  <a:pt x="14166" y="9880"/>
                </a:cubicBezTo>
                <a:cubicBezTo>
                  <a:pt x="14159" y="9887"/>
                  <a:pt x="14152" y="9893"/>
                  <a:pt x="14144" y="9898"/>
                </a:cubicBezTo>
                <a:cubicBezTo>
                  <a:pt x="14136" y="9903"/>
                  <a:pt x="14128" y="9908"/>
                  <a:pt x="14119" y="9912"/>
                </a:cubicBezTo>
                <a:cubicBezTo>
                  <a:pt x="14110" y="9915"/>
                  <a:pt x="14101" y="9918"/>
                  <a:pt x="14092" y="9920"/>
                </a:cubicBezTo>
                <a:cubicBezTo>
                  <a:pt x="14082" y="9922"/>
                  <a:pt x="14073" y="9923"/>
                  <a:pt x="14063" y="9923"/>
                </a:cubicBezTo>
                <a:lnTo>
                  <a:pt x="145" y="9923"/>
                </a:lnTo>
                <a:cubicBezTo>
                  <a:pt x="136" y="9923"/>
                  <a:pt x="126" y="9922"/>
                  <a:pt x="117" y="9920"/>
                </a:cubicBezTo>
                <a:cubicBezTo>
                  <a:pt x="107" y="9918"/>
                  <a:pt x="98" y="9915"/>
                  <a:pt x="89" y="9912"/>
                </a:cubicBezTo>
                <a:cubicBezTo>
                  <a:pt x="81" y="9908"/>
                  <a:pt x="72" y="9903"/>
                  <a:pt x="64" y="9898"/>
                </a:cubicBezTo>
                <a:cubicBezTo>
                  <a:pt x="56" y="9893"/>
                  <a:pt x="49" y="9887"/>
                  <a:pt x="42" y="9880"/>
                </a:cubicBezTo>
                <a:cubicBezTo>
                  <a:pt x="35" y="9873"/>
                  <a:pt x="29" y="9866"/>
                  <a:pt x="24" y="9858"/>
                </a:cubicBezTo>
                <a:cubicBezTo>
                  <a:pt x="19" y="9850"/>
                  <a:pt x="14" y="9841"/>
                  <a:pt x="11" y="9832"/>
                </a:cubicBezTo>
                <a:cubicBezTo>
                  <a:pt x="7" y="9823"/>
                  <a:pt x="4" y="9814"/>
                  <a:pt x="2" y="9805"/>
                </a:cubicBezTo>
                <a:cubicBezTo>
                  <a:pt x="0" y="9795"/>
                  <a:pt x="0" y="9786"/>
                  <a:pt x="0" y="9776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1019160" y="2928600"/>
            <a:ext cx="848520" cy="204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&lt;/</a:t>
            </a:r>
            <a:r>
              <a:rPr b="0" lang="en-US" sz="12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button</a:t>
            </a:r>
            <a:r>
              <a:rPr b="0" lang="en-US" sz="12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6372360" y="2188800"/>
            <a:ext cx="1953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&lt;!-- Modal structure --&gt;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6372360" y="2392200"/>
            <a:ext cx="4150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 fade"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id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"myModal"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tabindex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"-1"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372360" y="2595600"/>
            <a:ext cx="4802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"modal-dialog modal-xl modal-dialog-centered"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372360" y="2799000"/>
            <a:ext cx="25232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"modal-content"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372360" y="3002760"/>
            <a:ext cx="2604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"modal-header"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372360" y="3206160"/>
            <a:ext cx="39070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h5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"modal-title"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&gt;Modal Title&lt;/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h5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6372360" y="3409560"/>
            <a:ext cx="39067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button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type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"button"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"btn-close"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6372360" y="3612960"/>
            <a:ext cx="39880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       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data-bs-dismiss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button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6372360" y="3816360"/>
            <a:ext cx="977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372360" y="4020120"/>
            <a:ext cx="2441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&lt;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07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"modal-body"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6372360" y="4223520"/>
            <a:ext cx="27676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Modal content goes here...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6372360" y="4426920"/>
            <a:ext cx="977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6372360" y="4630320"/>
            <a:ext cx="8143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6372360" y="4834080"/>
            <a:ext cx="651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6372360" y="5037480"/>
            <a:ext cx="4888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&lt;/</a:t>
            </a:r>
            <a:r>
              <a:rPr b="0" lang="en-US" sz="107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07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0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20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853560" y="941040"/>
            <a:ext cx="88657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14: Adding Data Visualizations (1/3)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853560" y="1876680"/>
            <a:ext cx="42933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Chart Integration (Vega-Altair)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1057320" y="2508840"/>
            <a:ext cx="5228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1.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Create Chart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Generate JSON with Python/Altair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238200" y="2857320"/>
            <a:ext cx="2105640" cy="390960"/>
          </a:xfrm>
          <a:custGeom>
            <a:avLst/>
            <a:gdLst/>
            <a:ahLst/>
            <a:rect l="0" t="0" r="r" b="b"/>
            <a:pathLst>
              <a:path w="5849" h="1086">
                <a:moveTo>
                  <a:pt x="0" y="92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90" y="0"/>
                </a:lnTo>
                <a:cubicBezTo>
                  <a:pt x="5700" y="0"/>
                  <a:pt x="5711" y="1"/>
                  <a:pt x="5721" y="3"/>
                </a:cubicBezTo>
                <a:cubicBezTo>
                  <a:pt x="5731" y="5"/>
                  <a:pt x="5741" y="8"/>
                  <a:pt x="5751" y="12"/>
                </a:cubicBezTo>
                <a:cubicBezTo>
                  <a:pt x="5760" y="16"/>
                  <a:pt x="5769" y="21"/>
                  <a:pt x="5778" y="27"/>
                </a:cubicBezTo>
                <a:cubicBezTo>
                  <a:pt x="5787" y="33"/>
                  <a:pt x="5795" y="39"/>
                  <a:pt x="5802" y="46"/>
                </a:cubicBezTo>
                <a:cubicBezTo>
                  <a:pt x="5809" y="54"/>
                  <a:pt x="5816" y="62"/>
                  <a:pt x="5822" y="71"/>
                </a:cubicBezTo>
                <a:cubicBezTo>
                  <a:pt x="5828" y="79"/>
                  <a:pt x="5833" y="88"/>
                  <a:pt x="5837" y="98"/>
                </a:cubicBezTo>
                <a:cubicBezTo>
                  <a:pt x="5841" y="108"/>
                  <a:pt x="5844" y="118"/>
                  <a:pt x="5846" y="128"/>
                </a:cubicBezTo>
                <a:cubicBezTo>
                  <a:pt x="5848" y="138"/>
                  <a:pt x="5849" y="148"/>
                  <a:pt x="5849" y="159"/>
                </a:cubicBezTo>
                <a:lnTo>
                  <a:pt x="5849" y="927"/>
                </a:lnTo>
                <a:cubicBezTo>
                  <a:pt x="5849" y="937"/>
                  <a:pt x="5848" y="948"/>
                  <a:pt x="5846" y="958"/>
                </a:cubicBezTo>
                <a:cubicBezTo>
                  <a:pt x="5844" y="968"/>
                  <a:pt x="5841" y="978"/>
                  <a:pt x="5837" y="988"/>
                </a:cubicBezTo>
                <a:cubicBezTo>
                  <a:pt x="5833" y="997"/>
                  <a:pt x="5828" y="1007"/>
                  <a:pt x="5822" y="1015"/>
                </a:cubicBezTo>
                <a:cubicBezTo>
                  <a:pt x="5816" y="1024"/>
                  <a:pt x="5809" y="1032"/>
                  <a:pt x="5802" y="1039"/>
                </a:cubicBezTo>
                <a:cubicBezTo>
                  <a:pt x="5795" y="1047"/>
                  <a:pt x="5787" y="1053"/>
                  <a:pt x="5778" y="1059"/>
                </a:cubicBezTo>
                <a:cubicBezTo>
                  <a:pt x="5769" y="1065"/>
                  <a:pt x="5760" y="1070"/>
                  <a:pt x="5751" y="1074"/>
                </a:cubicBezTo>
                <a:cubicBezTo>
                  <a:pt x="5741" y="1078"/>
                  <a:pt x="5731" y="1081"/>
                  <a:pt x="5721" y="1083"/>
                </a:cubicBezTo>
                <a:cubicBezTo>
                  <a:pt x="5711" y="1085"/>
                  <a:pt x="5700" y="1086"/>
                  <a:pt x="5690" y="1086"/>
                </a:cubicBezTo>
                <a:lnTo>
                  <a:pt x="159" y="1086"/>
                </a:lnTo>
                <a:cubicBezTo>
                  <a:pt x="149" y="1086"/>
                  <a:pt x="138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9" y="1070"/>
                  <a:pt x="80" y="1065"/>
                  <a:pt x="71" y="1059"/>
                </a:cubicBezTo>
                <a:cubicBezTo>
                  <a:pt x="62" y="1053"/>
                  <a:pt x="54" y="1047"/>
                  <a:pt x="47" y="1039"/>
                </a:cubicBezTo>
                <a:cubicBezTo>
                  <a:pt x="39" y="1032"/>
                  <a:pt x="33" y="1024"/>
                  <a:pt x="27" y="1015"/>
                </a:cubicBezTo>
                <a:cubicBezTo>
                  <a:pt x="21" y="1007"/>
                  <a:pt x="16" y="997"/>
                  <a:pt x="12" y="988"/>
                </a:cubicBezTo>
                <a:cubicBezTo>
                  <a:pt x="8" y="978"/>
                  <a:pt x="5" y="968"/>
                  <a:pt x="3" y="958"/>
                </a:cubicBezTo>
                <a:cubicBezTo>
                  <a:pt x="1" y="948"/>
                  <a:pt x="0" y="937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057320" y="2899440"/>
            <a:ext cx="2207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2.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Save File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Place in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3334320" y="2907000"/>
            <a:ext cx="1920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assets/charts/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3200040" y="3257280"/>
            <a:ext cx="1553040" cy="390960"/>
          </a:xfrm>
          <a:custGeom>
            <a:avLst/>
            <a:gdLst/>
            <a:ahLst/>
            <a:rect l="0" t="0" r="r" b="b"/>
            <a:pathLst>
              <a:path w="4314" h="1086">
                <a:moveTo>
                  <a:pt x="0" y="927"/>
                </a:moveTo>
                <a:lnTo>
                  <a:pt x="0" y="159"/>
                </a:lnTo>
                <a:cubicBezTo>
                  <a:pt x="0" y="149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4155" y="0"/>
                </a:lnTo>
                <a:cubicBezTo>
                  <a:pt x="4166" y="0"/>
                  <a:pt x="4176" y="1"/>
                  <a:pt x="4186" y="3"/>
                </a:cubicBezTo>
                <a:cubicBezTo>
                  <a:pt x="4197" y="5"/>
                  <a:pt x="4207" y="8"/>
                  <a:pt x="4216" y="12"/>
                </a:cubicBezTo>
                <a:cubicBezTo>
                  <a:pt x="4226" y="16"/>
                  <a:pt x="4235" y="21"/>
                  <a:pt x="4244" y="27"/>
                </a:cubicBezTo>
                <a:cubicBezTo>
                  <a:pt x="4252" y="33"/>
                  <a:pt x="4260" y="39"/>
                  <a:pt x="4268" y="47"/>
                </a:cubicBezTo>
                <a:cubicBezTo>
                  <a:pt x="4275" y="54"/>
                  <a:pt x="4282" y="62"/>
                  <a:pt x="4287" y="71"/>
                </a:cubicBezTo>
                <a:cubicBezTo>
                  <a:pt x="4293" y="79"/>
                  <a:pt x="4298" y="89"/>
                  <a:pt x="4302" y="98"/>
                </a:cubicBezTo>
                <a:cubicBezTo>
                  <a:pt x="4306" y="108"/>
                  <a:pt x="4309" y="118"/>
                  <a:pt x="4311" y="128"/>
                </a:cubicBezTo>
                <a:cubicBezTo>
                  <a:pt x="4313" y="138"/>
                  <a:pt x="4314" y="149"/>
                  <a:pt x="4314" y="159"/>
                </a:cubicBezTo>
                <a:lnTo>
                  <a:pt x="4314" y="927"/>
                </a:lnTo>
                <a:cubicBezTo>
                  <a:pt x="4314" y="938"/>
                  <a:pt x="4313" y="948"/>
                  <a:pt x="4311" y="958"/>
                </a:cubicBezTo>
                <a:cubicBezTo>
                  <a:pt x="4309" y="968"/>
                  <a:pt x="4306" y="978"/>
                  <a:pt x="4302" y="988"/>
                </a:cubicBezTo>
                <a:cubicBezTo>
                  <a:pt x="4298" y="998"/>
                  <a:pt x="4293" y="1007"/>
                  <a:pt x="4287" y="1015"/>
                </a:cubicBezTo>
                <a:cubicBezTo>
                  <a:pt x="4282" y="1024"/>
                  <a:pt x="4275" y="1032"/>
                  <a:pt x="4268" y="1040"/>
                </a:cubicBezTo>
                <a:cubicBezTo>
                  <a:pt x="4260" y="1047"/>
                  <a:pt x="4252" y="1053"/>
                  <a:pt x="4244" y="1059"/>
                </a:cubicBezTo>
                <a:cubicBezTo>
                  <a:pt x="4235" y="1065"/>
                  <a:pt x="4226" y="1070"/>
                  <a:pt x="4216" y="1074"/>
                </a:cubicBezTo>
                <a:cubicBezTo>
                  <a:pt x="4207" y="1078"/>
                  <a:pt x="4197" y="1081"/>
                  <a:pt x="4186" y="1083"/>
                </a:cubicBezTo>
                <a:cubicBezTo>
                  <a:pt x="4176" y="1085"/>
                  <a:pt x="4166" y="1086"/>
                  <a:pt x="4155" y="1086"/>
                </a:cubicBezTo>
                <a:lnTo>
                  <a:pt x="159" y="1086"/>
                </a:lnTo>
                <a:cubicBezTo>
                  <a:pt x="149" y="1086"/>
                  <a:pt x="139" y="1085"/>
                  <a:pt x="128" y="1083"/>
                </a:cubicBezTo>
                <a:cubicBezTo>
                  <a:pt x="118" y="1081"/>
                  <a:pt x="108" y="1078"/>
                  <a:pt x="98" y="1074"/>
                </a:cubicBezTo>
                <a:cubicBezTo>
                  <a:pt x="89" y="1070"/>
                  <a:pt x="80" y="1065"/>
                  <a:pt x="71" y="1059"/>
                </a:cubicBezTo>
                <a:cubicBezTo>
                  <a:pt x="62" y="1053"/>
                  <a:pt x="54" y="1047"/>
                  <a:pt x="47" y="1040"/>
                </a:cubicBezTo>
                <a:cubicBezTo>
                  <a:pt x="40" y="1032"/>
                  <a:pt x="33" y="1024"/>
                  <a:pt x="27" y="1015"/>
                </a:cubicBezTo>
                <a:cubicBezTo>
                  <a:pt x="21" y="1007"/>
                  <a:pt x="17" y="998"/>
                  <a:pt x="13" y="988"/>
                </a:cubicBezTo>
                <a:cubicBezTo>
                  <a:pt x="9" y="978"/>
                  <a:pt x="6" y="968"/>
                  <a:pt x="4" y="958"/>
                </a:cubicBezTo>
                <a:cubicBezTo>
                  <a:pt x="2" y="948"/>
                  <a:pt x="0" y="938"/>
                  <a:pt x="0" y="92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1057320" y="3299400"/>
            <a:ext cx="2169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3.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Enable Vega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Add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291120" y="3306960"/>
            <a:ext cx="1372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vega: true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754160" y="3299400"/>
            <a:ext cx="1558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 to front matter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057320" y="3680280"/>
            <a:ext cx="4049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4. </a:t>
            </a:r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Embed Chart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Use shortcode in page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21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861840" y="2509560"/>
            <a:ext cx="10468440" cy="3400920"/>
          </a:xfrm>
          <a:custGeom>
            <a:avLst/>
            <a:gdLst/>
            <a:ahLst/>
            <a:rect l="0" t="0" r="r" b="b"/>
            <a:pathLst>
              <a:path w="29079" h="9447">
                <a:moveTo>
                  <a:pt x="0" y="930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9301"/>
                </a:lnTo>
                <a:cubicBezTo>
                  <a:pt x="29079" y="9311"/>
                  <a:pt x="29078" y="9320"/>
                  <a:pt x="29076" y="9330"/>
                </a:cubicBezTo>
                <a:cubicBezTo>
                  <a:pt x="29074" y="9339"/>
                  <a:pt x="29071" y="9348"/>
                  <a:pt x="29068" y="9357"/>
                </a:cubicBezTo>
                <a:cubicBezTo>
                  <a:pt x="29064" y="9366"/>
                  <a:pt x="29059" y="9374"/>
                  <a:pt x="29054" y="9382"/>
                </a:cubicBezTo>
                <a:cubicBezTo>
                  <a:pt x="29049" y="9390"/>
                  <a:pt x="29043" y="9398"/>
                  <a:pt x="29036" y="9404"/>
                </a:cubicBezTo>
                <a:cubicBezTo>
                  <a:pt x="29029" y="9411"/>
                  <a:pt x="29022" y="9417"/>
                  <a:pt x="29014" y="9422"/>
                </a:cubicBezTo>
                <a:cubicBezTo>
                  <a:pt x="29006" y="9428"/>
                  <a:pt x="28998" y="9432"/>
                  <a:pt x="28989" y="9436"/>
                </a:cubicBezTo>
                <a:cubicBezTo>
                  <a:pt x="28980" y="9439"/>
                  <a:pt x="28971" y="9442"/>
                  <a:pt x="28962" y="9444"/>
                </a:cubicBezTo>
                <a:cubicBezTo>
                  <a:pt x="28952" y="9446"/>
                  <a:pt x="28943" y="9447"/>
                  <a:pt x="28933" y="9447"/>
                </a:cubicBezTo>
                <a:lnTo>
                  <a:pt x="145" y="9447"/>
                </a:lnTo>
                <a:cubicBezTo>
                  <a:pt x="136" y="9447"/>
                  <a:pt x="126" y="9446"/>
                  <a:pt x="117" y="9444"/>
                </a:cubicBezTo>
                <a:cubicBezTo>
                  <a:pt x="108" y="9442"/>
                  <a:pt x="99" y="9439"/>
                  <a:pt x="90" y="9436"/>
                </a:cubicBezTo>
                <a:cubicBezTo>
                  <a:pt x="81" y="9432"/>
                  <a:pt x="73" y="9428"/>
                  <a:pt x="65" y="9422"/>
                </a:cubicBezTo>
                <a:cubicBezTo>
                  <a:pt x="57" y="9417"/>
                  <a:pt x="49" y="9411"/>
                  <a:pt x="43" y="9404"/>
                </a:cubicBezTo>
                <a:cubicBezTo>
                  <a:pt x="36" y="9398"/>
                  <a:pt x="30" y="9390"/>
                  <a:pt x="25" y="9382"/>
                </a:cubicBezTo>
                <a:cubicBezTo>
                  <a:pt x="19" y="9374"/>
                  <a:pt x="15" y="9366"/>
                  <a:pt x="11" y="9357"/>
                </a:cubicBezTo>
                <a:cubicBezTo>
                  <a:pt x="7" y="9348"/>
                  <a:pt x="5" y="9339"/>
                  <a:pt x="3" y="9330"/>
                </a:cubicBezTo>
                <a:cubicBezTo>
                  <a:pt x="1" y="9320"/>
                  <a:pt x="0" y="9311"/>
                  <a:pt x="0" y="930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861840" y="2509560"/>
            <a:ext cx="10468440" cy="3400920"/>
          </a:xfrm>
          <a:custGeom>
            <a:avLst/>
            <a:gdLst/>
            <a:ahLst/>
            <a:rect l="0" t="0" r="r" b="b"/>
            <a:pathLst>
              <a:path fill="none" w="29079" h="9447">
                <a:moveTo>
                  <a:pt x="0" y="930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9301"/>
                </a:lnTo>
                <a:cubicBezTo>
                  <a:pt x="29079" y="9311"/>
                  <a:pt x="29078" y="9320"/>
                  <a:pt x="29076" y="9330"/>
                </a:cubicBezTo>
                <a:cubicBezTo>
                  <a:pt x="29074" y="9339"/>
                  <a:pt x="29071" y="9348"/>
                  <a:pt x="29068" y="9357"/>
                </a:cubicBezTo>
                <a:cubicBezTo>
                  <a:pt x="29064" y="9366"/>
                  <a:pt x="29059" y="9374"/>
                  <a:pt x="29054" y="9382"/>
                </a:cubicBezTo>
                <a:cubicBezTo>
                  <a:pt x="29049" y="9390"/>
                  <a:pt x="29043" y="9398"/>
                  <a:pt x="29036" y="9404"/>
                </a:cubicBezTo>
                <a:cubicBezTo>
                  <a:pt x="29029" y="9411"/>
                  <a:pt x="29022" y="9417"/>
                  <a:pt x="29014" y="9422"/>
                </a:cubicBezTo>
                <a:cubicBezTo>
                  <a:pt x="29006" y="9428"/>
                  <a:pt x="28998" y="9432"/>
                  <a:pt x="28989" y="9436"/>
                </a:cubicBezTo>
                <a:cubicBezTo>
                  <a:pt x="28980" y="9439"/>
                  <a:pt x="28971" y="9442"/>
                  <a:pt x="28962" y="9444"/>
                </a:cubicBezTo>
                <a:cubicBezTo>
                  <a:pt x="28952" y="9446"/>
                  <a:pt x="28943" y="9447"/>
                  <a:pt x="28933" y="9447"/>
                </a:cubicBezTo>
                <a:lnTo>
                  <a:pt x="145" y="9447"/>
                </a:lnTo>
                <a:cubicBezTo>
                  <a:pt x="136" y="9447"/>
                  <a:pt x="126" y="9446"/>
                  <a:pt x="117" y="9444"/>
                </a:cubicBezTo>
                <a:cubicBezTo>
                  <a:pt x="108" y="9442"/>
                  <a:pt x="99" y="9439"/>
                  <a:pt x="90" y="9436"/>
                </a:cubicBezTo>
                <a:cubicBezTo>
                  <a:pt x="81" y="9432"/>
                  <a:pt x="73" y="9428"/>
                  <a:pt x="65" y="9422"/>
                </a:cubicBezTo>
                <a:cubicBezTo>
                  <a:pt x="57" y="9417"/>
                  <a:pt x="49" y="9411"/>
                  <a:pt x="43" y="9404"/>
                </a:cubicBezTo>
                <a:cubicBezTo>
                  <a:pt x="36" y="9398"/>
                  <a:pt x="30" y="9390"/>
                  <a:pt x="25" y="9382"/>
                </a:cubicBezTo>
                <a:cubicBezTo>
                  <a:pt x="19" y="9374"/>
                  <a:pt x="15" y="9366"/>
                  <a:pt x="11" y="9357"/>
                </a:cubicBezTo>
                <a:cubicBezTo>
                  <a:pt x="7" y="9348"/>
                  <a:pt x="5" y="9339"/>
                  <a:pt x="3" y="9330"/>
                </a:cubicBezTo>
                <a:cubicBezTo>
                  <a:pt x="1" y="9320"/>
                  <a:pt x="0" y="9311"/>
                  <a:pt x="0" y="930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853560" y="941040"/>
            <a:ext cx="88657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14: Adding Data Visualizations (2/3)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853560" y="1876680"/>
            <a:ext cx="31125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Chart Implementation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019160" y="2689920"/>
            <a:ext cx="4252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Python code to generate chart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019160" y="3032640"/>
            <a:ext cx="2743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cf222e"/>
                </a:solidFill>
                <a:effectLst/>
                <a:uFillTx/>
                <a:latin typeface="IBMPlexMono"/>
                <a:ea typeface="IBMPlexMono"/>
              </a:rPr>
              <a:t>import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altair </a:t>
            </a:r>
            <a:r>
              <a:rPr b="0" lang="en-US" sz="1800" strike="noStrike" u="none">
                <a:solidFill>
                  <a:srgbClr val="cf222e"/>
                </a:solidFill>
                <a:effectLst/>
                <a:uFillTx/>
                <a:latin typeface="IBMPlexMono"/>
                <a:ea typeface="IBMPlexMono"/>
              </a:rPr>
              <a:t>as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alt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019160" y="3718440"/>
            <a:ext cx="5761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chart = alt.Chart(data).mark_bar().encode(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019160" y="4061520"/>
            <a:ext cx="2743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x=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'column_a:N'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,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1019160" y="4404240"/>
            <a:ext cx="2469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y=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'column_b:Q'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19160" y="4747320"/>
            <a:ext cx="5898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).properties(width=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'container'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, height=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300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019160" y="5433120"/>
            <a:ext cx="5624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chart.save(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'assets/charts/my_chart.json'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22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861840" y="2509560"/>
            <a:ext cx="10468440" cy="2029320"/>
          </a:xfrm>
          <a:custGeom>
            <a:avLst/>
            <a:gdLst/>
            <a:ahLst/>
            <a:rect l="0" t="0" r="r" b="b"/>
            <a:pathLst>
              <a:path w="29079" h="5637">
                <a:moveTo>
                  <a:pt x="0" y="549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5491"/>
                </a:lnTo>
                <a:cubicBezTo>
                  <a:pt x="29079" y="5501"/>
                  <a:pt x="29078" y="5510"/>
                  <a:pt x="29076" y="5520"/>
                </a:cubicBezTo>
                <a:cubicBezTo>
                  <a:pt x="29074" y="5529"/>
                  <a:pt x="29071" y="5538"/>
                  <a:pt x="29068" y="5547"/>
                </a:cubicBezTo>
                <a:cubicBezTo>
                  <a:pt x="29064" y="5556"/>
                  <a:pt x="29059" y="5564"/>
                  <a:pt x="29054" y="5572"/>
                </a:cubicBezTo>
                <a:cubicBezTo>
                  <a:pt x="29049" y="5580"/>
                  <a:pt x="29043" y="5588"/>
                  <a:pt x="29036" y="5594"/>
                </a:cubicBezTo>
                <a:cubicBezTo>
                  <a:pt x="29029" y="5601"/>
                  <a:pt x="29022" y="5607"/>
                  <a:pt x="29014" y="5612"/>
                </a:cubicBezTo>
                <a:cubicBezTo>
                  <a:pt x="29006" y="5618"/>
                  <a:pt x="28998" y="5622"/>
                  <a:pt x="28989" y="5626"/>
                </a:cubicBezTo>
                <a:cubicBezTo>
                  <a:pt x="28980" y="5629"/>
                  <a:pt x="28971" y="5632"/>
                  <a:pt x="28962" y="5634"/>
                </a:cubicBezTo>
                <a:cubicBezTo>
                  <a:pt x="28952" y="5636"/>
                  <a:pt x="28943" y="5637"/>
                  <a:pt x="28933" y="5637"/>
                </a:cubicBezTo>
                <a:lnTo>
                  <a:pt x="145" y="5637"/>
                </a:lnTo>
                <a:cubicBezTo>
                  <a:pt x="136" y="5637"/>
                  <a:pt x="126" y="5636"/>
                  <a:pt x="117" y="5634"/>
                </a:cubicBezTo>
                <a:cubicBezTo>
                  <a:pt x="108" y="5632"/>
                  <a:pt x="99" y="5629"/>
                  <a:pt x="90" y="5626"/>
                </a:cubicBezTo>
                <a:cubicBezTo>
                  <a:pt x="81" y="5622"/>
                  <a:pt x="73" y="5618"/>
                  <a:pt x="65" y="5612"/>
                </a:cubicBezTo>
                <a:cubicBezTo>
                  <a:pt x="57" y="5607"/>
                  <a:pt x="49" y="5601"/>
                  <a:pt x="43" y="5594"/>
                </a:cubicBezTo>
                <a:cubicBezTo>
                  <a:pt x="36" y="5588"/>
                  <a:pt x="30" y="5580"/>
                  <a:pt x="25" y="5572"/>
                </a:cubicBezTo>
                <a:cubicBezTo>
                  <a:pt x="19" y="5564"/>
                  <a:pt x="15" y="5556"/>
                  <a:pt x="11" y="5547"/>
                </a:cubicBezTo>
                <a:cubicBezTo>
                  <a:pt x="7" y="5538"/>
                  <a:pt x="5" y="5529"/>
                  <a:pt x="3" y="5520"/>
                </a:cubicBezTo>
                <a:cubicBezTo>
                  <a:pt x="1" y="5510"/>
                  <a:pt x="0" y="5501"/>
                  <a:pt x="0" y="549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861840" y="2509560"/>
            <a:ext cx="10468440" cy="2029320"/>
          </a:xfrm>
          <a:custGeom>
            <a:avLst/>
            <a:gdLst/>
            <a:ahLst/>
            <a:rect l="0" t="0" r="r" b="b"/>
            <a:pathLst>
              <a:path fill="none" w="29079" h="5637">
                <a:moveTo>
                  <a:pt x="0" y="549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5491"/>
                </a:lnTo>
                <a:cubicBezTo>
                  <a:pt x="29079" y="5501"/>
                  <a:pt x="29078" y="5510"/>
                  <a:pt x="29076" y="5520"/>
                </a:cubicBezTo>
                <a:cubicBezTo>
                  <a:pt x="29074" y="5529"/>
                  <a:pt x="29071" y="5538"/>
                  <a:pt x="29068" y="5547"/>
                </a:cubicBezTo>
                <a:cubicBezTo>
                  <a:pt x="29064" y="5556"/>
                  <a:pt x="29059" y="5564"/>
                  <a:pt x="29054" y="5572"/>
                </a:cubicBezTo>
                <a:cubicBezTo>
                  <a:pt x="29049" y="5580"/>
                  <a:pt x="29043" y="5588"/>
                  <a:pt x="29036" y="5594"/>
                </a:cubicBezTo>
                <a:cubicBezTo>
                  <a:pt x="29029" y="5601"/>
                  <a:pt x="29022" y="5607"/>
                  <a:pt x="29014" y="5612"/>
                </a:cubicBezTo>
                <a:cubicBezTo>
                  <a:pt x="29006" y="5618"/>
                  <a:pt x="28998" y="5622"/>
                  <a:pt x="28989" y="5626"/>
                </a:cubicBezTo>
                <a:cubicBezTo>
                  <a:pt x="28980" y="5629"/>
                  <a:pt x="28971" y="5632"/>
                  <a:pt x="28962" y="5634"/>
                </a:cubicBezTo>
                <a:cubicBezTo>
                  <a:pt x="28952" y="5636"/>
                  <a:pt x="28943" y="5637"/>
                  <a:pt x="28933" y="5637"/>
                </a:cubicBezTo>
                <a:lnTo>
                  <a:pt x="145" y="5637"/>
                </a:lnTo>
                <a:cubicBezTo>
                  <a:pt x="136" y="5637"/>
                  <a:pt x="126" y="5636"/>
                  <a:pt x="117" y="5634"/>
                </a:cubicBezTo>
                <a:cubicBezTo>
                  <a:pt x="108" y="5632"/>
                  <a:pt x="99" y="5629"/>
                  <a:pt x="90" y="5626"/>
                </a:cubicBezTo>
                <a:cubicBezTo>
                  <a:pt x="81" y="5622"/>
                  <a:pt x="73" y="5618"/>
                  <a:pt x="65" y="5612"/>
                </a:cubicBezTo>
                <a:cubicBezTo>
                  <a:pt x="57" y="5607"/>
                  <a:pt x="49" y="5601"/>
                  <a:pt x="43" y="5594"/>
                </a:cubicBezTo>
                <a:cubicBezTo>
                  <a:pt x="36" y="5588"/>
                  <a:pt x="30" y="5580"/>
                  <a:pt x="25" y="5572"/>
                </a:cubicBezTo>
                <a:cubicBezTo>
                  <a:pt x="19" y="5564"/>
                  <a:pt x="15" y="5556"/>
                  <a:pt x="11" y="5547"/>
                </a:cubicBezTo>
                <a:cubicBezTo>
                  <a:pt x="7" y="5538"/>
                  <a:pt x="5" y="5529"/>
                  <a:pt x="3" y="5520"/>
                </a:cubicBezTo>
                <a:cubicBezTo>
                  <a:pt x="1" y="5510"/>
                  <a:pt x="0" y="5501"/>
                  <a:pt x="0" y="549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853560" y="941040"/>
            <a:ext cx="88657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14: Adding Data Visualizations (3/3)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853560" y="1876680"/>
            <a:ext cx="367164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Embedding Chart in Jekyll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019160" y="2689920"/>
            <a:ext cx="28810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&lt;!-- In your page --&gt;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1019160" y="3032640"/>
            <a:ext cx="370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style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"height: 400px"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019160" y="3375720"/>
            <a:ext cx="8916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vegachart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schema-url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"/repo-name/assets/charts/my_chart.json"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019160" y="3718440"/>
            <a:ext cx="7956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style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"width: 100%; height: 100%"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&gt;&lt;/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vegachart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019160" y="4061520"/>
            <a:ext cx="823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&lt;/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23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861840" y="1814400"/>
            <a:ext cx="5115240" cy="4772160"/>
          </a:xfrm>
          <a:custGeom>
            <a:avLst/>
            <a:gdLst/>
            <a:ahLst/>
            <a:rect l="0" t="0" r="r" b="b"/>
            <a:pathLst>
              <a:path w="14209" h="13256">
                <a:moveTo>
                  <a:pt x="0" y="131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4" y="0"/>
                </a:lnTo>
                <a:cubicBezTo>
                  <a:pt x="14073" y="0"/>
                  <a:pt x="14083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60" y="36"/>
                  <a:pt x="14166" y="42"/>
                </a:cubicBezTo>
                <a:cubicBezTo>
                  <a:pt x="14173" y="49"/>
                  <a:pt x="14179" y="57"/>
                  <a:pt x="14185" y="64"/>
                </a:cubicBezTo>
                <a:cubicBezTo>
                  <a:pt x="14190" y="72"/>
                  <a:pt x="14194" y="81"/>
                  <a:pt x="14198" y="90"/>
                </a:cubicBezTo>
                <a:cubicBezTo>
                  <a:pt x="14202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13111"/>
                </a:lnTo>
                <a:cubicBezTo>
                  <a:pt x="14209" y="13120"/>
                  <a:pt x="14208" y="13130"/>
                  <a:pt x="14206" y="13139"/>
                </a:cubicBezTo>
                <a:cubicBezTo>
                  <a:pt x="14204" y="13149"/>
                  <a:pt x="14202" y="13158"/>
                  <a:pt x="14198" y="13167"/>
                </a:cubicBezTo>
                <a:cubicBezTo>
                  <a:pt x="14194" y="13175"/>
                  <a:pt x="14190" y="13184"/>
                  <a:pt x="14185" y="13192"/>
                </a:cubicBezTo>
                <a:cubicBezTo>
                  <a:pt x="14179" y="13200"/>
                  <a:pt x="14173" y="13207"/>
                  <a:pt x="14166" y="13214"/>
                </a:cubicBezTo>
                <a:cubicBezTo>
                  <a:pt x="14160" y="13221"/>
                  <a:pt x="14152" y="13227"/>
                  <a:pt x="14144" y="13232"/>
                </a:cubicBezTo>
                <a:cubicBezTo>
                  <a:pt x="14136" y="13237"/>
                  <a:pt x="14128" y="13242"/>
                  <a:pt x="14119" y="13245"/>
                </a:cubicBezTo>
                <a:cubicBezTo>
                  <a:pt x="14110" y="13249"/>
                  <a:pt x="14101" y="13252"/>
                  <a:pt x="14092" y="13254"/>
                </a:cubicBezTo>
                <a:cubicBezTo>
                  <a:pt x="14083" y="13256"/>
                  <a:pt x="14073" y="13256"/>
                  <a:pt x="14064" y="13256"/>
                </a:cubicBezTo>
                <a:lnTo>
                  <a:pt x="145" y="13256"/>
                </a:lnTo>
                <a:cubicBezTo>
                  <a:pt x="136" y="13256"/>
                  <a:pt x="126" y="13256"/>
                  <a:pt x="117" y="13254"/>
                </a:cubicBezTo>
                <a:cubicBezTo>
                  <a:pt x="108" y="13252"/>
                  <a:pt x="99" y="13249"/>
                  <a:pt x="90" y="13245"/>
                </a:cubicBezTo>
                <a:cubicBezTo>
                  <a:pt x="81" y="13242"/>
                  <a:pt x="73" y="13237"/>
                  <a:pt x="65" y="13232"/>
                </a:cubicBezTo>
                <a:cubicBezTo>
                  <a:pt x="57" y="13227"/>
                  <a:pt x="49" y="13221"/>
                  <a:pt x="43" y="13214"/>
                </a:cubicBezTo>
                <a:cubicBezTo>
                  <a:pt x="36" y="13207"/>
                  <a:pt x="30" y="13200"/>
                  <a:pt x="25" y="13192"/>
                </a:cubicBezTo>
                <a:cubicBezTo>
                  <a:pt x="19" y="13184"/>
                  <a:pt x="15" y="13175"/>
                  <a:pt x="11" y="13167"/>
                </a:cubicBezTo>
                <a:cubicBezTo>
                  <a:pt x="7" y="13158"/>
                  <a:pt x="5" y="13149"/>
                  <a:pt x="3" y="13139"/>
                </a:cubicBezTo>
                <a:cubicBezTo>
                  <a:pt x="1" y="13130"/>
                  <a:pt x="0" y="13120"/>
                  <a:pt x="0" y="1311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861840" y="1814400"/>
            <a:ext cx="5115240" cy="4772160"/>
          </a:xfrm>
          <a:custGeom>
            <a:avLst/>
            <a:gdLst/>
            <a:ahLst/>
            <a:rect l="0" t="0" r="r" b="b"/>
            <a:pathLst>
              <a:path fill="none" w="14209" h="13256">
                <a:moveTo>
                  <a:pt x="0" y="131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4" y="0"/>
                </a:lnTo>
                <a:cubicBezTo>
                  <a:pt x="14073" y="0"/>
                  <a:pt x="14083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60" y="36"/>
                  <a:pt x="14166" y="42"/>
                </a:cubicBezTo>
                <a:cubicBezTo>
                  <a:pt x="14173" y="49"/>
                  <a:pt x="14179" y="57"/>
                  <a:pt x="14185" y="64"/>
                </a:cubicBezTo>
                <a:cubicBezTo>
                  <a:pt x="14190" y="72"/>
                  <a:pt x="14194" y="81"/>
                  <a:pt x="14198" y="90"/>
                </a:cubicBezTo>
                <a:cubicBezTo>
                  <a:pt x="14202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13111"/>
                </a:lnTo>
                <a:cubicBezTo>
                  <a:pt x="14209" y="13120"/>
                  <a:pt x="14208" y="13130"/>
                  <a:pt x="14206" y="13139"/>
                </a:cubicBezTo>
                <a:cubicBezTo>
                  <a:pt x="14204" y="13149"/>
                  <a:pt x="14202" y="13158"/>
                  <a:pt x="14198" y="13167"/>
                </a:cubicBezTo>
                <a:cubicBezTo>
                  <a:pt x="14194" y="13175"/>
                  <a:pt x="14190" y="13184"/>
                  <a:pt x="14185" y="13192"/>
                </a:cubicBezTo>
                <a:cubicBezTo>
                  <a:pt x="14179" y="13200"/>
                  <a:pt x="14173" y="13207"/>
                  <a:pt x="14166" y="13214"/>
                </a:cubicBezTo>
                <a:cubicBezTo>
                  <a:pt x="14160" y="13221"/>
                  <a:pt x="14152" y="13227"/>
                  <a:pt x="14144" y="13232"/>
                </a:cubicBezTo>
                <a:cubicBezTo>
                  <a:pt x="14136" y="13237"/>
                  <a:pt x="14128" y="13242"/>
                  <a:pt x="14119" y="13245"/>
                </a:cubicBezTo>
                <a:cubicBezTo>
                  <a:pt x="14110" y="13249"/>
                  <a:pt x="14101" y="13252"/>
                  <a:pt x="14092" y="13254"/>
                </a:cubicBezTo>
                <a:cubicBezTo>
                  <a:pt x="14083" y="13256"/>
                  <a:pt x="14073" y="13256"/>
                  <a:pt x="14064" y="13256"/>
                </a:cubicBezTo>
                <a:lnTo>
                  <a:pt x="145" y="13256"/>
                </a:lnTo>
                <a:cubicBezTo>
                  <a:pt x="136" y="13256"/>
                  <a:pt x="126" y="13256"/>
                  <a:pt x="117" y="13254"/>
                </a:cubicBezTo>
                <a:cubicBezTo>
                  <a:pt x="108" y="13252"/>
                  <a:pt x="99" y="13249"/>
                  <a:pt x="90" y="13245"/>
                </a:cubicBezTo>
                <a:cubicBezTo>
                  <a:pt x="81" y="13242"/>
                  <a:pt x="73" y="13237"/>
                  <a:pt x="65" y="13232"/>
                </a:cubicBezTo>
                <a:cubicBezTo>
                  <a:pt x="57" y="13227"/>
                  <a:pt x="49" y="13221"/>
                  <a:pt x="43" y="13214"/>
                </a:cubicBezTo>
                <a:cubicBezTo>
                  <a:pt x="36" y="13207"/>
                  <a:pt x="30" y="13200"/>
                  <a:pt x="25" y="13192"/>
                </a:cubicBezTo>
                <a:cubicBezTo>
                  <a:pt x="19" y="13184"/>
                  <a:pt x="15" y="13175"/>
                  <a:pt x="11" y="13167"/>
                </a:cubicBezTo>
                <a:cubicBezTo>
                  <a:pt x="7" y="13158"/>
                  <a:pt x="5" y="13149"/>
                  <a:pt x="3" y="13139"/>
                </a:cubicBezTo>
                <a:cubicBezTo>
                  <a:pt x="1" y="13130"/>
                  <a:pt x="0" y="13120"/>
                  <a:pt x="0" y="1311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853560" y="941040"/>
            <a:ext cx="700128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15: Customizing Navigation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019160" y="1994400"/>
            <a:ext cx="2195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In _config.yml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019160" y="2337120"/>
            <a:ext cx="960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navbar: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019160" y="2679480"/>
            <a:ext cx="1783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style: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dual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019160" y="3021840"/>
            <a:ext cx="1098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brand: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019160" y="3364560"/>
            <a:ext cx="4252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"Your Project Title"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019160" y="3706920"/>
            <a:ext cx="4801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img: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"./assets/images/logo.png"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1019160" y="4049280"/>
            <a:ext cx="1372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1019160" y="4392000"/>
            <a:ext cx="823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nav: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019160" y="4734360"/>
            <a:ext cx="2469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Guide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019160" y="5076720"/>
            <a:ext cx="301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/guide.html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019160" y="5419440"/>
            <a:ext cx="2743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Project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1019160" y="5761800"/>
            <a:ext cx="3292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/project.html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6215040" y="1814400"/>
            <a:ext cx="5115240" cy="3400560"/>
          </a:xfrm>
          <a:custGeom>
            <a:avLst/>
            <a:gdLst/>
            <a:ahLst/>
            <a:rect l="0" t="0" r="r" b="b"/>
            <a:pathLst>
              <a:path w="14209" h="9446">
                <a:moveTo>
                  <a:pt x="0" y="9301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3" y="0"/>
                </a:lnTo>
                <a:cubicBezTo>
                  <a:pt x="14073" y="0"/>
                  <a:pt x="14082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59" y="36"/>
                  <a:pt x="14166" y="42"/>
                </a:cubicBezTo>
                <a:cubicBezTo>
                  <a:pt x="14173" y="49"/>
                  <a:pt x="14179" y="57"/>
                  <a:pt x="14184" y="64"/>
                </a:cubicBezTo>
                <a:cubicBezTo>
                  <a:pt x="14189" y="72"/>
                  <a:pt x="14194" y="81"/>
                  <a:pt x="14198" y="90"/>
                </a:cubicBezTo>
                <a:cubicBezTo>
                  <a:pt x="14201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9301"/>
                </a:lnTo>
                <a:cubicBezTo>
                  <a:pt x="14209" y="9310"/>
                  <a:pt x="14208" y="9320"/>
                  <a:pt x="14206" y="9329"/>
                </a:cubicBezTo>
                <a:cubicBezTo>
                  <a:pt x="14204" y="9339"/>
                  <a:pt x="14201" y="9348"/>
                  <a:pt x="14198" y="9357"/>
                </a:cubicBezTo>
                <a:cubicBezTo>
                  <a:pt x="14194" y="9365"/>
                  <a:pt x="14189" y="9374"/>
                  <a:pt x="14184" y="9382"/>
                </a:cubicBezTo>
                <a:cubicBezTo>
                  <a:pt x="14179" y="9390"/>
                  <a:pt x="14173" y="9397"/>
                  <a:pt x="14166" y="9404"/>
                </a:cubicBezTo>
                <a:cubicBezTo>
                  <a:pt x="14159" y="9411"/>
                  <a:pt x="14152" y="9417"/>
                  <a:pt x="14144" y="9422"/>
                </a:cubicBezTo>
                <a:cubicBezTo>
                  <a:pt x="14136" y="9427"/>
                  <a:pt x="14128" y="9432"/>
                  <a:pt x="14119" y="9435"/>
                </a:cubicBezTo>
                <a:cubicBezTo>
                  <a:pt x="14110" y="9439"/>
                  <a:pt x="14101" y="9442"/>
                  <a:pt x="14092" y="9444"/>
                </a:cubicBezTo>
                <a:cubicBezTo>
                  <a:pt x="14082" y="9446"/>
                  <a:pt x="14073" y="9446"/>
                  <a:pt x="14063" y="9446"/>
                </a:cubicBezTo>
                <a:lnTo>
                  <a:pt x="145" y="9446"/>
                </a:lnTo>
                <a:cubicBezTo>
                  <a:pt x="136" y="9446"/>
                  <a:pt x="126" y="9446"/>
                  <a:pt x="117" y="9444"/>
                </a:cubicBezTo>
                <a:cubicBezTo>
                  <a:pt x="107" y="9442"/>
                  <a:pt x="98" y="9439"/>
                  <a:pt x="89" y="9435"/>
                </a:cubicBezTo>
                <a:cubicBezTo>
                  <a:pt x="81" y="9432"/>
                  <a:pt x="72" y="9427"/>
                  <a:pt x="64" y="9422"/>
                </a:cubicBezTo>
                <a:cubicBezTo>
                  <a:pt x="56" y="9417"/>
                  <a:pt x="49" y="9411"/>
                  <a:pt x="42" y="9404"/>
                </a:cubicBezTo>
                <a:cubicBezTo>
                  <a:pt x="35" y="9397"/>
                  <a:pt x="29" y="9390"/>
                  <a:pt x="24" y="9382"/>
                </a:cubicBezTo>
                <a:cubicBezTo>
                  <a:pt x="19" y="9374"/>
                  <a:pt x="14" y="9365"/>
                  <a:pt x="11" y="9357"/>
                </a:cubicBezTo>
                <a:cubicBezTo>
                  <a:pt x="7" y="9348"/>
                  <a:pt x="4" y="9339"/>
                  <a:pt x="2" y="9329"/>
                </a:cubicBezTo>
                <a:cubicBezTo>
                  <a:pt x="0" y="9320"/>
                  <a:pt x="0" y="9310"/>
                  <a:pt x="0" y="930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6215040" y="1814400"/>
            <a:ext cx="5115240" cy="3400560"/>
          </a:xfrm>
          <a:custGeom>
            <a:avLst/>
            <a:gdLst/>
            <a:ahLst/>
            <a:rect l="0" t="0" r="r" b="b"/>
            <a:pathLst>
              <a:path fill="none" w="14209" h="9446">
                <a:moveTo>
                  <a:pt x="0" y="9301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14063" y="0"/>
                </a:lnTo>
                <a:cubicBezTo>
                  <a:pt x="14073" y="0"/>
                  <a:pt x="14082" y="1"/>
                  <a:pt x="14092" y="3"/>
                </a:cubicBezTo>
                <a:cubicBezTo>
                  <a:pt x="14101" y="4"/>
                  <a:pt x="14110" y="7"/>
                  <a:pt x="14119" y="11"/>
                </a:cubicBezTo>
                <a:cubicBezTo>
                  <a:pt x="14128" y="15"/>
                  <a:pt x="14136" y="19"/>
                  <a:pt x="14144" y="24"/>
                </a:cubicBezTo>
                <a:cubicBezTo>
                  <a:pt x="14152" y="30"/>
                  <a:pt x="14159" y="36"/>
                  <a:pt x="14166" y="42"/>
                </a:cubicBezTo>
                <a:cubicBezTo>
                  <a:pt x="14173" y="49"/>
                  <a:pt x="14179" y="57"/>
                  <a:pt x="14184" y="64"/>
                </a:cubicBezTo>
                <a:cubicBezTo>
                  <a:pt x="14189" y="72"/>
                  <a:pt x="14194" y="81"/>
                  <a:pt x="14198" y="90"/>
                </a:cubicBezTo>
                <a:cubicBezTo>
                  <a:pt x="14201" y="98"/>
                  <a:pt x="14204" y="108"/>
                  <a:pt x="14206" y="117"/>
                </a:cubicBezTo>
                <a:cubicBezTo>
                  <a:pt x="14208" y="126"/>
                  <a:pt x="14209" y="136"/>
                  <a:pt x="14209" y="145"/>
                </a:cubicBezTo>
                <a:lnTo>
                  <a:pt x="14209" y="9301"/>
                </a:lnTo>
                <a:cubicBezTo>
                  <a:pt x="14209" y="9310"/>
                  <a:pt x="14208" y="9320"/>
                  <a:pt x="14206" y="9329"/>
                </a:cubicBezTo>
                <a:cubicBezTo>
                  <a:pt x="14204" y="9339"/>
                  <a:pt x="14201" y="9348"/>
                  <a:pt x="14198" y="9357"/>
                </a:cubicBezTo>
                <a:cubicBezTo>
                  <a:pt x="14194" y="9365"/>
                  <a:pt x="14189" y="9374"/>
                  <a:pt x="14184" y="9382"/>
                </a:cubicBezTo>
                <a:cubicBezTo>
                  <a:pt x="14179" y="9390"/>
                  <a:pt x="14173" y="9397"/>
                  <a:pt x="14166" y="9404"/>
                </a:cubicBezTo>
                <a:cubicBezTo>
                  <a:pt x="14159" y="9411"/>
                  <a:pt x="14152" y="9417"/>
                  <a:pt x="14144" y="9422"/>
                </a:cubicBezTo>
                <a:cubicBezTo>
                  <a:pt x="14136" y="9427"/>
                  <a:pt x="14128" y="9432"/>
                  <a:pt x="14119" y="9435"/>
                </a:cubicBezTo>
                <a:cubicBezTo>
                  <a:pt x="14110" y="9439"/>
                  <a:pt x="14101" y="9442"/>
                  <a:pt x="14092" y="9444"/>
                </a:cubicBezTo>
                <a:cubicBezTo>
                  <a:pt x="14082" y="9446"/>
                  <a:pt x="14073" y="9446"/>
                  <a:pt x="14063" y="9446"/>
                </a:cubicBezTo>
                <a:lnTo>
                  <a:pt x="145" y="9446"/>
                </a:lnTo>
                <a:cubicBezTo>
                  <a:pt x="136" y="9446"/>
                  <a:pt x="126" y="9446"/>
                  <a:pt x="117" y="9444"/>
                </a:cubicBezTo>
                <a:cubicBezTo>
                  <a:pt x="107" y="9442"/>
                  <a:pt x="98" y="9439"/>
                  <a:pt x="89" y="9435"/>
                </a:cubicBezTo>
                <a:cubicBezTo>
                  <a:pt x="81" y="9432"/>
                  <a:pt x="72" y="9427"/>
                  <a:pt x="64" y="9422"/>
                </a:cubicBezTo>
                <a:cubicBezTo>
                  <a:pt x="56" y="9417"/>
                  <a:pt x="49" y="9411"/>
                  <a:pt x="42" y="9404"/>
                </a:cubicBezTo>
                <a:cubicBezTo>
                  <a:pt x="35" y="9397"/>
                  <a:pt x="29" y="9390"/>
                  <a:pt x="24" y="9382"/>
                </a:cubicBezTo>
                <a:cubicBezTo>
                  <a:pt x="19" y="9374"/>
                  <a:pt x="14" y="9365"/>
                  <a:pt x="11" y="9357"/>
                </a:cubicBezTo>
                <a:cubicBezTo>
                  <a:pt x="7" y="9348"/>
                  <a:pt x="4" y="9339"/>
                  <a:pt x="2" y="9329"/>
                </a:cubicBezTo>
                <a:cubicBezTo>
                  <a:pt x="0" y="9320"/>
                  <a:pt x="0" y="9310"/>
                  <a:pt x="0" y="930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019160" y="6104520"/>
            <a:ext cx="823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6372360" y="1994400"/>
            <a:ext cx="960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6372360" y="2337480"/>
            <a:ext cx="2058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Team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6372360" y="2680200"/>
            <a:ext cx="2606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/team.html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6372360" y="3023280"/>
            <a:ext cx="301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Resources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6372360" y="3366000"/>
            <a:ext cx="1372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child: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6372360" y="3709080"/>
            <a:ext cx="3566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Documentation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6372360" y="4051800"/>
            <a:ext cx="3155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/docs.html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6372360" y="4394880"/>
            <a:ext cx="301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title: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Downloads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372360" y="4737600"/>
            <a:ext cx="3841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/downloads.html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24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861840" y="2509560"/>
            <a:ext cx="10468440" cy="1343520"/>
          </a:xfrm>
          <a:custGeom>
            <a:avLst/>
            <a:gdLst/>
            <a:ahLst/>
            <a:rect l="0" t="0" r="r" b="b"/>
            <a:pathLst>
              <a:path w="29079" h="3732">
                <a:moveTo>
                  <a:pt x="0" y="35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3586"/>
                </a:lnTo>
                <a:cubicBezTo>
                  <a:pt x="29079" y="3596"/>
                  <a:pt x="29078" y="3605"/>
                  <a:pt x="29076" y="3615"/>
                </a:cubicBezTo>
                <a:cubicBezTo>
                  <a:pt x="29074" y="3624"/>
                  <a:pt x="29071" y="3633"/>
                  <a:pt x="29068" y="3642"/>
                </a:cubicBezTo>
                <a:cubicBezTo>
                  <a:pt x="29064" y="3651"/>
                  <a:pt x="29059" y="3659"/>
                  <a:pt x="29054" y="3667"/>
                </a:cubicBezTo>
                <a:cubicBezTo>
                  <a:pt x="29049" y="3675"/>
                  <a:pt x="29043" y="3683"/>
                  <a:pt x="29036" y="3689"/>
                </a:cubicBezTo>
                <a:cubicBezTo>
                  <a:pt x="29029" y="3696"/>
                  <a:pt x="29022" y="3702"/>
                  <a:pt x="29014" y="3707"/>
                </a:cubicBezTo>
                <a:cubicBezTo>
                  <a:pt x="29006" y="3713"/>
                  <a:pt x="28998" y="3717"/>
                  <a:pt x="28989" y="3721"/>
                </a:cubicBezTo>
                <a:cubicBezTo>
                  <a:pt x="28980" y="3724"/>
                  <a:pt x="28971" y="3727"/>
                  <a:pt x="28962" y="3729"/>
                </a:cubicBezTo>
                <a:cubicBezTo>
                  <a:pt x="28952" y="3731"/>
                  <a:pt x="28943" y="3732"/>
                  <a:pt x="28933" y="3732"/>
                </a:cubicBezTo>
                <a:lnTo>
                  <a:pt x="145" y="3732"/>
                </a:lnTo>
                <a:cubicBezTo>
                  <a:pt x="136" y="3732"/>
                  <a:pt x="126" y="3731"/>
                  <a:pt x="117" y="3729"/>
                </a:cubicBezTo>
                <a:cubicBezTo>
                  <a:pt x="108" y="3727"/>
                  <a:pt x="99" y="3724"/>
                  <a:pt x="90" y="3721"/>
                </a:cubicBezTo>
                <a:cubicBezTo>
                  <a:pt x="81" y="3717"/>
                  <a:pt x="73" y="3713"/>
                  <a:pt x="65" y="3707"/>
                </a:cubicBezTo>
                <a:cubicBezTo>
                  <a:pt x="57" y="3702"/>
                  <a:pt x="49" y="3696"/>
                  <a:pt x="43" y="3689"/>
                </a:cubicBezTo>
                <a:cubicBezTo>
                  <a:pt x="36" y="3683"/>
                  <a:pt x="30" y="3675"/>
                  <a:pt x="25" y="3667"/>
                </a:cubicBezTo>
                <a:cubicBezTo>
                  <a:pt x="19" y="3659"/>
                  <a:pt x="15" y="3651"/>
                  <a:pt x="11" y="3642"/>
                </a:cubicBezTo>
                <a:cubicBezTo>
                  <a:pt x="7" y="3633"/>
                  <a:pt x="5" y="3624"/>
                  <a:pt x="3" y="3615"/>
                </a:cubicBezTo>
                <a:cubicBezTo>
                  <a:pt x="1" y="3605"/>
                  <a:pt x="0" y="3596"/>
                  <a:pt x="0" y="35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861840" y="2509560"/>
            <a:ext cx="10468440" cy="1343520"/>
          </a:xfrm>
          <a:custGeom>
            <a:avLst/>
            <a:gdLst/>
            <a:ahLst/>
            <a:rect l="0" t="0" r="r" b="b"/>
            <a:pathLst>
              <a:path fill="none" w="29079" h="3732">
                <a:moveTo>
                  <a:pt x="0" y="35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3586"/>
                </a:lnTo>
                <a:cubicBezTo>
                  <a:pt x="29079" y="3596"/>
                  <a:pt x="29078" y="3605"/>
                  <a:pt x="29076" y="3615"/>
                </a:cubicBezTo>
                <a:cubicBezTo>
                  <a:pt x="29074" y="3624"/>
                  <a:pt x="29071" y="3633"/>
                  <a:pt x="29068" y="3642"/>
                </a:cubicBezTo>
                <a:cubicBezTo>
                  <a:pt x="29064" y="3651"/>
                  <a:pt x="29059" y="3659"/>
                  <a:pt x="29054" y="3667"/>
                </a:cubicBezTo>
                <a:cubicBezTo>
                  <a:pt x="29049" y="3675"/>
                  <a:pt x="29043" y="3683"/>
                  <a:pt x="29036" y="3689"/>
                </a:cubicBezTo>
                <a:cubicBezTo>
                  <a:pt x="29029" y="3696"/>
                  <a:pt x="29022" y="3702"/>
                  <a:pt x="29014" y="3707"/>
                </a:cubicBezTo>
                <a:cubicBezTo>
                  <a:pt x="29006" y="3713"/>
                  <a:pt x="28998" y="3717"/>
                  <a:pt x="28989" y="3721"/>
                </a:cubicBezTo>
                <a:cubicBezTo>
                  <a:pt x="28980" y="3724"/>
                  <a:pt x="28971" y="3727"/>
                  <a:pt x="28962" y="3729"/>
                </a:cubicBezTo>
                <a:cubicBezTo>
                  <a:pt x="28952" y="3731"/>
                  <a:pt x="28943" y="3732"/>
                  <a:pt x="28933" y="3732"/>
                </a:cubicBezTo>
                <a:lnTo>
                  <a:pt x="145" y="3732"/>
                </a:lnTo>
                <a:cubicBezTo>
                  <a:pt x="136" y="3732"/>
                  <a:pt x="126" y="3731"/>
                  <a:pt x="117" y="3729"/>
                </a:cubicBezTo>
                <a:cubicBezTo>
                  <a:pt x="108" y="3727"/>
                  <a:pt x="99" y="3724"/>
                  <a:pt x="90" y="3721"/>
                </a:cubicBezTo>
                <a:cubicBezTo>
                  <a:pt x="81" y="3717"/>
                  <a:pt x="73" y="3713"/>
                  <a:pt x="65" y="3707"/>
                </a:cubicBezTo>
                <a:cubicBezTo>
                  <a:pt x="57" y="3702"/>
                  <a:pt x="49" y="3696"/>
                  <a:pt x="43" y="3689"/>
                </a:cubicBezTo>
                <a:cubicBezTo>
                  <a:pt x="36" y="3683"/>
                  <a:pt x="30" y="3675"/>
                  <a:pt x="25" y="3667"/>
                </a:cubicBezTo>
                <a:cubicBezTo>
                  <a:pt x="19" y="3659"/>
                  <a:pt x="15" y="3651"/>
                  <a:pt x="11" y="3642"/>
                </a:cubicBezTo>
                <a:cubicBezTo>
                  <a:pt x="7" y="3633"/>
                  <a:pt x="5" y="3624"/>
                  <a:pt x="3" y="3615"/>
                </a:cubicBezTo>
                <a:cubicBezTo>
                  <a:pt x="1" y="3605"/>
                  <a:pt x="0" y="3596"/>
                  <a:pt x="0" y="3586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853560" y="941040"/>
            <a:ext cx="658764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16: Theme Customization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853560" y="1876680"/>
            <a:ext cx="25423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Choosing a Theme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019160" y="2689920"/>
            <a:ext cx="2195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In _config.yml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019160" y="3032640"/>
            <a:ext cx="1783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chulapa-skin: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019160" y="3375720"/>
            <a:ext cx="6721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skin: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"graymor"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or minty, lux, journal, etc.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095120" y="4819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2" y="42"/>
                  <a:pt x="32" y="32"/>
                </a:cubicBezTo>
                <a:cubicBezTo>
                  <a:pt x="42" y="22"/>
                  <a:pt x="54" y="15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853560" y="4077000"/>
            <a:ext cx="248544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Available Themes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095120" y="5200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310760" y="4699800"/>
            <a:ext cx="3499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graymor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Professional gray theme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095120" y="55720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310760" y="5080680"/>
            <a:ext cx="26694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minty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Fresh green theme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095120" y="59529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310760" y="5452200"/>
            <a:ext cx="2456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lux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Elegant dark theme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310760" y="5833080"/>
            <a:ext cx="22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...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25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861840" y="2509560"/>
            <a:ext cx="10468440" cy="1686240"/>
          </a:xfrm>
          <a:custGeom>
            <a:avLst/>
            <a:gdLst/>
            <a:ahLst/>
            <a:rect l="0" t="0" r="r" b="b"/>
            <a:pathLst>
              <a:path w="29079" h="4684">
                <a:moveTo>
                  <a:pt x="0" y="4539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8"/>
                  <a:pt x="29054" y="66"/>
                </a:cubicBezTo>
                <a:cubicBezTo>
                  <a:pt x="29059" y="74"/>
                  <a:pt x="29064" y="82"/>
                  <a:pt x="29068" y="91"/>
                </a:cubicBezTo>
                <a:cubicBezTo>
                  <a:pt x="29071" y="100"/>
                  <a:pt x="29074" y="109"/>
                  <a:pt x="29076" y="118"/>
                </a:cubicBezTo>
                <a:cubicBezTo>
                  <a:pt x="29078" y="128"/>
                  <a:pt x="29079" y="137"/>
                  <a:pt x="29079" y="147"/>
                </a:cubicBezTo>
                <a:lnTo>
                  <a:pt x="29079" y="4539"/>
                </a:lnTo>
                <a:cubicBezTo>
                  <a:pt x="29079" y="4548"/>
                  <a:pt x="29078" y="4558"/>
                  <a:pt x="29076" y="4567"/>
                </a:cubicBezTo>
                <a:cubicBezTo>
                  <a:pt x="29074" y="4577"/>
                  <a:pt x="29071" y="4586"/>
                  <a:pt x="29068" y="4595"/>
                </a:cubicBezTo>
                <a:cubicBezTo>
                  <a:pt x="29064" y="4603"/>
                  <a:pt x="29059" y="4612"/>
                  <a:pt x="29054" y="4620"/>
                </a:cubicBezTo>
                <a:cubicBezTo>
                  <a:pt x="29049" y="4628"/>
                  <a:pt x="29043" y="4635"/>
                  <a:pt x="29036" y="4642"/>
                </a:cubicBezTo>
                <a:cubicBezTo>
                  <a:pt x="29029" y="4649"/>
                  <a:pt x="29022" y="4655"/>
                  <a:pt x="29014" y="4660"/>
                </a:cubicBezTo>
                <a:cubicBezTo>
                  <a:pt x="29006" y="4665"/>
                  <a:pt x="28998" y="4670"/>
                  <a:pt x="28989" y="4673"/>
                </a:cubicBezTo>
                <a:cubicBezTo>
                  <a:pt x="28980" y="4677"/>
                  <a:pt x="28971" y="4680"/>
                  <a:pt x="28962" y="4682"/>
                </a:cubicBezTo>
                <a:cubicBezTo>
                  <a:pt x="28952" y="4683"/>
                  <a:pt x="28943" y="4684"/>
                  <a:pt x="28933" y="4684"/>
                </a:cubicBezTo>
                <a:lnTo>
                  <a:pt x="145" y="4684"/>
                </a:lnTo>
                <a:cubicBezTo>
                  <a:pt x="136" y="4684"/>
                  <a:pt x="126" y="4683"/>
                  <a:pt x="117" y="4682"/>
                </a:cubicBezTo>
                <a:cubicBezTo>
                  <a:pt x="108" y="4680"/>
                  <a:pt x="99" y="4677"/>
                  <a:pt x="90" y="4673"/>
                </a:cubicBezTo>
                <a:cubicBezTo>
                  <a:pt x="81" y="4670"/>
                  <a:pt x="73" y="4665"/>
                  <a:pt x="65" y="4660"/>
                </a:cubicBezTo>
                <a:cubicBezTo>
                  <a:pt x="57" y="4655"/>
                  <a:pt x="49" y="4649"/>
                  <a:pt x="43" y="4642"/>
                </a:cubicBezTo>
                <a:cubicBezTo>
                  <a:pt x="36" y="4635"/>
                  <a:pt x="30" y="4628"/>
                  <a:pt x="25" y="4620"/>
                </a:cubicBezTo>
                <a:cubicBezTo>
                  <a:pt x="19" y="4612"/>
                  <a:pt x="15" y="4603"/>
                  <a:pt x="11" y="4595"/>
                </a:cubicBezTo>
                <a:cubicBezTo>
                  <a:pt x="7" y="4586"/>
                  <a:pt x="5" y="4577"/>
                  <a:pt x="3" y="4567"/>
                </a:cubicBezTo>
                <a:cubicBezTo>
                  <a:pt x="1" y="4558"/>
                  <a:pt x="0" y="4548"/>
                  <a:pt x="0" y="453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861840" y="2509560"/>
            <a:ext cx="10468440" cy="1686240"/>
          </a:xfrm>
          <a:custGeom>
            <a:avLst/>
            <a:gdLst/>
            <a:ahLst/>
            <a:rect l="0" t="0" r="r" b="b"/>
            <a:pathLst>
              <a:path fill="none" w="29079" h="4684">
                <a:moveTo>
                  <a:pt x="0" y="4539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8"/>
                  <a:pt x="29054" y="66"/>
                </a:cubicBezTo>
                <a:cubicBezTo>
                  <a:pt x="29059" y="74"/>
                  <a:pt x="29064" y="82"/>
                  <a:pt x="29068" y="91"/>
                </a:cubicBezTo>
                <a:cubicBezTo>
                  <a:pt x="29071" y="100"/>
                  <a:pt x="29074" y="109"/>
                  <a:pt x="29076" y="118"/>
                </a:cubicBezTo>
                <a:cubicBezTo>
                  <a:pt x="29078" y="128"/>
                  <a:pt x="29079" y="137"/>
                  <a:pt x="29079" y="147"/>
                </a:cubicBezTo>
                <a:lnTo>
                  <a:pt x="29079" y="4539"/>
                </a:lnTo>
                <a:cubicBezTo>
                  <a:pt x="29079" y="4548"/>
                  <a:pt x="29078" y="4558"/>
                  <a:pt x="29076" y="4567"/>
                </a:cubicBezTo>
                <a:cubicBezTo>
                  <a:pt x="29074" y="4577"/>
                  <a:pt x="29071" y="4586"/>
                  <a:pt x="29068" y="4595"/>
                </a:cubicBezTo>
                <a:cubicBezTo>
                  <a:pt x="29064" y="4603"/>
                  <a:pt x="29059" y="4612"/>
                  <a:pt x="29054" y="4620"/>
                </a:cubicBezTo>
                <a:cubicBezTo>
                  <a:pt x="29049" y="4628"/>
                  <a:pt x="29043" y="4635"/>
                  <a:pt x="29036" y="4642"/>
                </a:cubicBezTo>
                <a:cubicBezTo>
                  <a:pt x="29029" y="4649"/>
                  <a:pt x="29022" y="4655"/>
                  <a:pt x="29014" y="4660"/>
                </a:cubicBezTo>
                <a:cubicBezTo>
                  <a:pt x="29006" y="4665"/>
                  <a:pt x="28998" y="4670"/>
                  <a:pt x="28989" y="4673"/>
                </a:cubicBezTo>
                <a:cubicBezTo>
                  <a:pt x="28980" y="4677"/>
                  <a:pt x="28971" y="4680"/>
                  <a:pt x="28962" y="4682"/>
                </a:cubicBezTo>
                <a:cubicBezTo>
                  <a:pt x="28952" y="4683"/>
                  <a:pt x="28943" y="4684"/>
                  <a:pt x="28933" y="4684"/>
                </a:cubicBezTo>
                <a:lnTo>
                  <a:pt x="145" y="4684"/>
                </a:lnTo>
                <a:cubicBezTo>
                  <a:pt x="136" y="4684"/>
                  <a:pt x="126" y="4683"/>
                  <a:pt x="117" y="4682"/>
                </a:cubicBezTo>
                <a:cubicBezTo>
                  <a:pt x="108" y="4680"/>
                  <a:pt x="99" y="4677"/>
                  <a:pt x="90" y="4673"/>
                </a:cubicBezTo>
                <a:cubicBezTo>
                  <a:pt x="81" y="4670"/>
                  <a:pt x="73" y="4665"/>
                  <a:pt x="65" y="4660"/>
                </a:cubicBezTo>
                <a:cubicBezTo>
                  <a:pt x="57" y="4655"/>
                  <a:pt x="49" y="4649"/>
                  <a:pt x="43" y="4642"/>
                </a:cubicBezTo>
                <a:cubicBezTo>
                  <a:pt x="36" y="4635"/>
                  <a:pt x="30" y="4628"/>
                  <a:pt x="25" y="4620"/>
                </a:cubicBezTo>
                <a:cubicBezTo>
                  <a:pt x="19" y="4612"/>
                  <a:pt x="15" y="4603"/>
                  <a:pt x="11" y="4595"/>
                </a:cubicBezTo>
                <a:cubicBezTo>
                  <a:pt x="7" y="4586"/>
                  <a:pt x="5" y="4577"/>
                  <a:pt x="3" y="4567"/>
                </a:cubicBezTo>
                <a:cubicBezTo>
                  <a:pt x="1" y="4558"/>
                  <a:pt x="0" y="4548"/>
                  <a:pt x="0" y="4539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853560" y="941040"/>
            <a:ext cx="658764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16: Theme Customization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853560" y="1876680"/>
            <a:ext cx="202680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Custom Colors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019160" y="2689920"/>
            <a:ext cx="1783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chulapa-skin: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019160" y="3032640"/>
            <a:ext cx="960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vars: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019160" y="3375720"/>
            <a:ext cx="3841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primary-color: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"#ff0000"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019160" y="3718440"/>
            <a:ext cx="301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body-bg: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"#fbf1ed"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26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861840" y="2509560"/>
            <a:ext cx="10468440" cy="2105640"/>
          </a:xfrm>
          <a:custGeom>
            <a:avLst/>
            <a:gdLst/>
            <a:ahLst/>
            <a:rect l="0" t="0" r="r" b="b"/>
            <a:pathLst>
              <a:path w="29079" h="5849">
                <a:moveTo>
                  <a:pt x="0" y="570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5703"/>
                </a:lnTo>
                <a:cubicBezTo>
                  <a:pt x="29079" y="5713"/>
                  <a:pt x="29078" y="5722"/>
                  <a:pt x="29076" y="5731"/>
                </a:cubicBezTo>
                <a:cubicBezTo>
                  <a:pt x="29074" y="5741"/>
                  <a:pt x="29071" y="5750"/>
                  <a:pt x="29068" y="5759"/>
                </a:cubicBezTo>
                <a:cubicBezTo>
                  <a:pt x="29064" y="5768"/>
                  <a:pt x="29059" y="5776"/>
                  <a:pt x="29054" y="5784"/>
                </a:cubicBezTo>
                <a:cubicBezTo>
                  <a:pt x="29049" y="5792"/>
                  <a:pt x="29043" y="5799"/>
                  <a:pt x="29036" y="5806"/>
                </a:cubicBezTo>
                <a:cubicBezTo>
                  <a:pt x="29029" y="5813"/>
                  <a:pt x="29022" y="5819"/>
                  <a:pt x="29014" y="5824"/>
                </a:cubicBezTo>
                <a:cubicBezTo>
                  <a:pt x="29006" y="5829"/>
                  <a:pt x="28998" y="5834"/>
                  <a:pt x="28989" y="5837"/>
                </a:cubicBezTo>
                <a:cubicBezTo>
                  <a:pt x="28980" y="5841"/>
                  <a:pt x="28971" y="5844"/>
                  <a:pt x="28962" y="5846"/>
                </a:cubicBezTo>
                <a:cubicBezTo>
                  <a:pt x="28952" y="5848"/>
                  <a:pt x="28943" y="5849"/>
                  <a:pt x="28933" y="5849"/>
                </a:cubicBezTo>
                <a:lnTo>
                  <a:pt x="145" y="5849"/>
                </a:lnTo>
                <a:cubicBezTo>
                  <a:pt x="136" y="5849"/>
                  <a:pt x="126" y="5848"/>
                  <a:pt x="117" y="5846"/>
                </a:cubicBezTo>
                <a:cubicBezTo>
                  <a:pt x="108" y="5844"/>
                  <a:pt x="99" y="5841"/>
                  <a:pt x="90" y="5837"/>
                </a:cubicBezTo>
                <a:cubicBezTo>
                  <a:pt x="81" y="5834"/>
                  <a:pt x="73" y="5829"/>
                  <a:pt x="65" y="5824"/>
                </a:cubicBezTo>
                <a:cubicBezTo>
                  <a:pt x="57" y="5819"/>
                  <a:pt x="49" y="5813"/>
                  <a:pt x="43" y="5806"/>
                </a:cubicBezTo>
                <a:cubicBezTo>
                  <a:pt x="36" y="5799"/>
                  <a:pt x="30" y="5792"/>
                  <a:pt x="25" y="5784"/>
                </a:cubicBezTo>
                <a:cubicBezTo>
                  <a:pt x="19" y="5776"/>
                  <a:pt x="15" y="5768"/>
                  <a:pt x="11" y="5759"/>
                </a:cubicBezTo>
                <a:cubicBezTo>
                  <a:pt x="7" y="5750"/>
                  <a:pt x="5" y="5741"/>
                  <a:pt x="3" y="5731"/>
                </a:cubicBezTo>
                <a:cubicBezTo>
                  <a:pt x="1" y="5722"/>
                  <a:pt x="0" y="5713"/>
                  <a:pt x="0" y="570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861840" y="2509560"/>
            <a:ext cx="10468440" cy="2105640"/>
          </a:xfrm>
          <a:custGeom>
            <a:avLst/>
            <a:gdLst/>
            <a:ahLst/>
            <a:rect l="0" t="0" r="r" b="b"/>
            <a:pathLst>
              <a:path fill="none" w="29079" h="5849">
                <a:moveTo>
                  <a:pt x="0" y="570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5703"/>
                </a:lnTo>
                <a:cubicBezTo>
                  <a:pt x="29079" y="5713"/>
                  <a:pt x="29078" y="5722"/>
                  <a:pt x="29076" y="5731"/>
                </a:cubicBezTo>
                <a:cubicBezTo>
                  <a:pt x="29074" y="5741"/>
                  <a:pt x="29071" y="5750"/>
                  <a:pt x="29068" y="5759"/>
                </a:cubicBezTo>
                <a:cubicBezTo>
                  <a:pt x="29064" y="5768"/>
                  <a:pt x="29059" y="5776"/>
                  <a:pt x="29054" y="5784"/>
                </a:cubicBezTo>
                <a:cubicBezTo>
                  <a:pt x="29049" y="5792"/>
                  <a:pt x="29043" y="5799"/>
                  <a:pt x="29036" y="5806"/>
                </a:cubicBezTo>
                <a:cubicBezTo>
                  <a:pt x="29029" y="5813"/>
                  <a:pt x="29022" y="5819"/>
                  <a:pt x="29014" y="5824"/>
                </a:cubicBezTo>
                <a:cubicBezTo>
                  <a:pt x="29006" y="5829"/>
                  <a:pt x="28998" y="5834"/>
                  <a:pt x="28989" y="5837"/>
                </a:cubicBezTo>
                <a:cubicBezTo>
                  <a:pt x="28980" y="5841"/>
                  <a:pt x="28971" y="5844"/>
                  <a:pt x="28962" y="5846"/>
                </a:cubicBezTo>
                <a:cubicBezTo>
                  <a:pt x="28952" y="5848"/>
                  <a:pt x="28943" y="5849"/>
                  <a:pt x="28933" y="5849"/>
                </a:cubicBezTo>
                <a:lnTo>
                  <a:pt x="145" y="5849"/>
                </a:lnTo>
                <a:cubicBezTo>
                  <a:pt x="136" y="5849"/>
                  <a:pt x="126" y="5848"/>
                  <a:pt x="117" y="5846"/>
                </a:cubicBezTo>
                <a:cubicBezTo>
                  <a:pt x="108" y="5844"/>
                  <a:pt x="99" y="5841"/>
                  <a:pt x="90" y="5837"/>
                </a:cubicBezTo>
                <a:cubicBezTo>
                  <a:pt x="81" y="5834"/>
                  <a:pt x="73" y="5829"/>
                  <a:pt x="65" y="5824"/>
                </a:cubicBezTo>
                <a:cubicBezTo>
                  <a:pt x="57" y="5819"/>
                  <a:pt x="49" y="5813"/>
                  <a:pt x="43" y="5806"/>
                </a:cubicBezTo>
                <a:cubicBezTo>
                  <a:pt x="36" y="5799"/>
                  <a:pt x="30" y="5792"/>
                  <a:pt x="25" y="5784"/>
                </a:cubicBezTo>
                <a:cubicBezTo>
                  <a:pt x="19" y="5776"/>
                  <a:pt x="15" y="5768"/>
                  <a:pt x="11" y="5759"/>
                </a:cubicBezTo>
                <a:cubicBezTo>
                  <a:pt x="7" y="5750"/>
                  <a:pt x="5" y="5741"/>
                  <a:pt x="3" y="5731"/>
                </a:cubicBezTo>
                <a:cubicBezTo>
                  <a:pt x="1" y="5722"/>
                  <a:pt x="0" y="5713"/>
                  <a:pt x="0" y="5703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853560" y="941040"/>
            <a:ext cx="649764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17: Adding Custom Fonts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853560" y="1876680"/>
            <a:ext cx="34761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Google Fonts Integration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019160" y="2684160"/>
            <a:ext cx="16394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4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In _config.yml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019160" y="2940480"/>
            <a:ext cx="12297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googlefonts: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019160" y="3197160"/>
            <a:ext cx="101390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34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3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3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url:</a:t>
            </a:r>
            <a:r>
              <a:rPr b="0" lang="en-US" sz="13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34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"https://fonts.googleapis.com/css2?family=Lekton:ital,wght@0,400;0,700;1,400&amp;display=swap"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1019160" y="3710160"/>
            <a:ext cx="13320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chulapa-skin: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019160" y="3966840"/>
            <a:ext cx="7174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3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vars: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019160" y="4223160"/>
            <a:ext cx="34826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</a:t>
            </a:r>
            <a:r>
              <a:rPr b="0" lang="en-US" sz="134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headings-font-family:</a:t>
            </a:r>
            <a:r>
              <a:rPr b="0" lang="en-US" sz="134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34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"Lekton"</a:t>
            </a:r>
            <a:endParaRPr b="0" lang="en-US" sz="1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27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861840" y="2509560"/>
            <a:ext cx="10468440" cy="3743640"/>
          </a:xfrm>
          <a:custGeom>
            <a:avLst/>
            <a:gdLst/>
            <a:ahLst/>
            <a:rect l="0" t="0" r="r" b="b"/>
            <a:pathLst>
              <a:path w="29079" h="10399">
                <a:moveTo>
                  <a:pt x="0" y="1025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10254"/>
                </a:lnTo>
                <a:cubicBezTo>
                  <a:pt x="29079" y="10263"/>
                  <a:pt x="29078" y="10273"/>
                  <a:pt x="29076" y="10282"/>
                </a:cubicBezTo>
                <a:cubicBezTo>
                  <a:pt x="29074" y="10292"/>
                  <a:pt x="29071" y="10301"/>
                  <a:pt x="29068" y="10310"/>
                </a:cubicBezTo>
                <a:cubicBezTo>
                  <a:pt x="29064" y="10318"/>
                  <a:pt x="29059" y="10327"/>
                  <a:pt x="29054" y="10335"/>
                </a:cubicBezTo>
                <a:cubicBezTo>
                  <a:pt x="29049" y="10343"/>
                  <a:pt x="29043" y="10350"/>
                  <a:pt x="29036" y="10357"/>
                </a:cubicBezTo>
                <a:cubicBezTo>
                  <a:pt x="29029" y="10364"/>
                  <a:pt x="29022" y="10370"/>
                  <a:pt x="29014" y="10375"/>
                </a:cubicBezTo>
                <a:cubicBezTo>
                  <a:pt x="29006" y="10380"/>
                  <a:pt x="28998" y="10385"/>
                  <a:pt x="28989" y="10388"/>
                </a:cubicBezTo>
                <a:cubicBezTo>
                  <a:pt x="28980" y="10392"/>
                  <a:pt x="28971" y="10395"/>
                  <a:pt x="28962" y="10397"/>
                </a:cubicBezTo>
                <a:cubicBezTo>
                  <a:pt x="28952" y="10398"/>
                  <a:pt x="28943" y="10399"/>
                  <a:pt x="28933" y="10399"/>
                </a:cubicBezTo>
                <a:lnTo>
                  <a:pt x="145" y="10399"/>
                </a:lnTo>
                <a:cubicBezTo>
                  <a:pt x="136" y="10399"/>
                  <a:pt x="126" y="10398"/>
                  <a:pt x="117" y="10397"/>
                </a:cubicBezTo>
                <a:cubicBezTo>
                  <a:pt x="108" y="10395"/>
                  <a:pt x="99" y="10392"/>
                  <a:pt x="90" y="10388"/>
                </a:cubicBezTo>
                <a:cubicBezTo>
                  <a:pt x="81" y="10385"/>
                  <a:pt x="73" y="10380"/>
                  <a:pt x="65" y="10375"/>
                </a:cubicBezTo>
                <a:cubicBezTo>
                  <a:pt x="57" y="10370"/>
                  <a:pt x="49" y="10364"/>
                  <a:pt x="43" y="10357"/>
                </a:cubicBezTo>
                <a:cubicBezTo>
                  <a:pt x="36" y="10350"/>
                  <a:pt x="30" y="10343"/>
                  <a:pt x="25" y="10335"/>
                </a:cubicBezTo>
                <a:cubicBezTo>
                  <a:pt x="19" y="10327"/>
                  <a:pt x="15" y="10318"/>
                  <a:pt x="11" y="10310"/>
                </a:cubicBezTo>
                <a:cubicBezTo>
                  <a:pt x="7" y="10301"/>
                  <a:pt x="5" y="10292"/>
                  <a:pt x="3" y="10282"/>
                </a:cubicBezTo>
                <a:cubicBezTo>
                  <a:pt x="1" y="10273"/>
                  <a:pt x="0" y="10263"/>
                  <a:pt x="0" y="1025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861840" y="2509560"/>
            <a:ext cx="10468440" cy="3743640"/>
          </a:xfrm>
          <a:custGeom>
            <a:avLst/>
            <a:gdLst/>
            <a:ahLst/>
            <a:rect l="0" t="0" r="r" b="b"/>
            <a:pathLst>
              <a:path fill="none" w="29079" h="10399">
                <a:moveTo>
                  <a:pt x="0" y="1025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10254"/>
                </a:lnTo>
                <a:cubicBezTo>
                  <a:pt x="29079" y="10263"/>
                  <a:pt x="29078" y="10273"/>
                  <a:pt x="29076" y="10282"/>
                </a:cubicBezTo>
                <a:cubicBezTo>
                  <a:pt x="29074" y="10292"/>
                  <a:pt x="29071" y="10301"/>
                  <a:pt x="29068" y="10310"/>
                </a:cubicBezTo>
                <a:cubicBezTo>
                  <a:pt x="29064" y="10318"/>
                  <a:pt x="29059" y="10327"/>
                  <a:pt x="29054" y="10335"/>
                </a:cubicBezTo>
                <a:cubicBezTo>
                  <a:pt x="29049" y="10343"/>
                  <a:pt x="29043" y="10350"/>
                  <a:pt x="29036" y="10357"/>
                </a:cubicBezTo>
                <a:cubicBezTo>
                  <a:pt x="29029" y="10364"/>
                  <a:pt x="29022" y="10370"/>
                  <a:pt x="29014" y="10375"/>
                </a:cubicBezTo>
                <a:cubicBezTo>
                  <a:pt x="29006" y="10380"/>
                  <a:pt x="28998" y="10385"/>
                  <a:pt x="28989" y="10388"/>
                </a:cubicBezTo>
                <a:cubicBezTo>
                  <a:pt x="28980" y="10392"/>
                  <a:pt x="28971" y="10395"/>
                  <a:pt x="28962" y="10397"/>
                </a:cubicBezTo>
                <a:cubicBezTo>
                  <a:pt x="28952" y="10398"/>
                  <a:pt x="28943" y="10399"/>
                  <a:pt x="28933" y="10399"/>
                </a:cubicBezTo>
                <a:lnTo>
                  <a:pt x="145" y="10399"/>
                </a:lnTo>
                <a:cubicBezTo>
                  <a:pt x="136" y="10399"/>
                  <a:pt x="126" y="10398"/>
                  <a:pt x="117" y="10397"/>
                </a:cubicBezTo>
                <a:cubicBezTo>
                  <a:pt x="108" y="10395"/>
                  <a:pt x="99" y="10392"/>
                  <a:pt x="90" y="10388"/>
                </a:cubicBezTo>
                <a:cubicBezTo>
                  <a:pt x="81" y="10385"/>
                  <a:pt x="73" y="10380"/>
                  <a:pt x="65" y="10375"/>
                </a:cubicBezTo>
                <a:cubicBezTo>
                  <a:pt x="57" y="10370"/>
                  <a:pt x="49" y="10364"/>
                  <a:pt x="43" y="10357"/>
                </a:cubicBezTo>
                <a:cubicBezTo>
                  <a:pt x="36" y="10350"/>
                  <a:pt x="30" y="10343"/>
                  <a:pt x="25" y="10335"/>
                </a:cubicBezTo>
                <a:cubicBezTo>
                  <a:pt x="19" y="10327"/>
                  <a:pt x="15" y="10318"/>
                  <a:pt x="11" y="10310"/>
                </a:cubicBezTo>
                <a:cubicBezTo>
                  <a:pt x="7" y="10301"/>
                  <a:pt x="5" y="10292"/>
                  <a:pt x="3" y="10282"/>
                </a:cubicBezTo>
                <a:cubicBezTo>
                  <a:pt x="1" y="10273"/>
                  <a:pt x="0" y="10263"/>
                  <a:pt x="0" y="10254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853560" y="941040"/>
            <a:ext cx="80197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17: Adding Custom Fonts locally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853560" y="1876680"/>
            <a:ext cx="284184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Custom CSS Classes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019160" y="2689920"/>
            <a:ext cx="3841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// In assets/css/custom.scss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019160" y="3032640"/>
            <a:ext cx="1920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.custom-font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{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019160" y="3375720"/>
            <a:ext cx="4801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font-family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: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'Lekton'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, monospace;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019160" y="3718440"/>
            <a:ext cx="2606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font-weight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: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400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019160" y="4061520"/>
            <a:ext cx="22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1019160" y="4747320"/>
            <a:ext cx="2606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.custom-font-bold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{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019160" y="5090040"/>
            <a:ext cx="4801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font-family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: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'Lekton'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, monospace;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019160" y="5433120"/>
            <a:ext cx="2606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font-weight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: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700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019160" y="5775840"/>
            <a:ext cx="22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28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861840" y="2509560"/>
            <a:ext cx="10468440" cy="2029320"/>
          </a:xfrm>
          <a:custGeom>
            <a:avLst/>
            <a:gdLst/>
            <a:ahLst/>
            <a:rect l="0" t="0" r="r" b="b"/>
            <a:pathLst>
              <a:path w="29079" h="5637">
                <a:moveTo>
                  <a:pt x="0" y="549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5491"/>
                </a:lnTo>
                <a:cubicBezTo>
                  <a:pt x="29079" y="5501"/>
                  <a:pt x="29078" y="5510"/>
                  <a:pt x="29076" y="5520"/>
                </a:cubicBezTo>
                <a:cubicBezTo>
                  <a:pt x="29074" y="5529"/>
                  <a:pt x="29071" y="5538"/>
                  <a:pt x="29068" y="5547"/>
                </a:cubicBezTo>
                <a:cubicBezTo>
                  <a:pt x="29064" y="5556"/>
                  <a:pt x="29059" y="5564"/>
                  <a:pt x="29054" y="5572"/>
                </a:cubicBezTo>
                <a:cubicBezTo>
                  <a:pt x="29049" y="5580"/>
                  <a:pt x="29043" y="5588"/>
                  <a:pt x="29036" y="5594"/>
                </a:cubicBezTo>
                <a:cubicBezTo>
                  <a:pt x="29029" y="5601"/>
                  <a:pt x="29022" y="5607"/>
                  <a:pt x="29014" y="5612"/>
                </a:cubicBezTo>
                <a:cubicBezTo>
                  <a:pt x="29006" y="5618"/>
                  <a:pt x="28998" y="5622"/>
                  <a:pt x="28989" y="5626"/>
                </a:cubicBezTo>
                <a:cubicBezTo>
                  <a:pt x="28980" y="5629"/>
                  <a:pt x="28971" y="5632"/>
                  <a:pt x="28962" y="5634"/>
                </a:cubicBezTo>
                <a:cubicBezTo>
                  <a:pt x="28952" y="5636"/>
                  <a:pt x="28943" y="5637"/>
                  <a:pt x="28933" y="5637"/>
                </a:cubicBezTo>
                <a:lnTo>
                  <a:pt x="145" y="5637"/>
                </a:lnTo>
                <a:cubicBezTo>
                  <a:pt x="136" y="5637"/>
                  <a:pt x="126" y="5636"/>
                  <a:pt x="117" y="5634"/>
                </a:cubicBezTo>
                <a:cubicBezTo>
                  <a:pt x="108" y="5632"/>
                  <a:pt x="99" y="5629"/>
                  <a:pt x="90" y="5626"/>
                </a:cubicBezTo>
                <a:cubicBezTo>
                  <a:pt x="81" y="5622"/>
                  <a:pt x="73" y="5618"/>
                  <a:pt x="65" y="5612"/>
                </a:cubicBezTo>
                <a:cubicBezTo>
                  <a:pt x="57" y="5607"/>
                  <a:pt x="49" y="5601"/>
                  <a:pt x="43" y="5594"/>
                </a:cubicBezTo>
                <a:cubicBezTo>
                  <a:pt x="36" y="5588"/>
                  <a:pt x="30" y="5580"/>
                  <a:pt x="25" y="5572"/>
                </a:cubicBezTo>
                <a:cubicBezTo>
                  <a:pt x="19" y="5564"/>
                  <a:pt x="15" y="5556"/>
                  <a:pt x="11" y="5547"/>
                </a:cubicBezTo>
                <a:cubicBezTo>
                  <a:pt x="7" y="5538"/>
                  <a:pt x="5" y="5529"/>
                  <a:pt x="3" y="5520"/>
                </a:cubicBezTo>
                <a:cubicBezTo>
                  <a:pt x="1" y="5510"/>
                  <a:pt x="0" y="5501"/>
                  <a:pt x="0" y="549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861840" y="2509560"/>
            <a:ext cx="10468440" cy="2029320"/>
          </a:xfrm>
          <a:custGeom>
            <a:avLst/>
            <a:gdLst/>
            <a:ahLst/>
            <a:rect l="0" t="0" r="r" b="b"/>
            <a:pathLst>
              <a:path fill="none" w="29079" h="5637">
                <a:moveTo>
                  <a:pt x="0" y="549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7"/>
                  <a:pt x="29054" y="65"/>
                </a:cubicBezTo>
                <a:cubicBezTo>
                  <a:pt x="29059" y="73"/>
                  <a:pt x="29064" y="81"/>
                  <a:pt x="29068" y="90"/>
                </a:cubicBezTo>
                <a:cubicBezTo>
                  <a:pt x="29071" y="99"/>
                  <a:pt x="29074" y="108"/>
                  <a:pt x="29076" y="117"/>
                </a:cubicBezTo>
                <a:cubicBezTo>
                  <a:pt x="29078" y="127"/>
                  <a:pt x="29079" y="136"/>
                  <a:pt x="29079" y="146"/>
                </a:cubicBezTo>
                <a:lnTo>
                  <a:pt x="29079" y="5491"/>
                </a:lnTo>
                <a:cubicBezTo>
                  <a:pt x="29079" y="5501"/>
                  <a:pt x="29078" y="5510"/>
                  <a:pt x="29076" y="5520"/>
                </a:cubicBezTo>
                <a:cubicBezTo>
                  <a:pt x="29074" y="5529"/>
                  <a:pt x="29071" y="5538"/>
                  <a:pt x="29068" y="5547"/>
                </a:cubicBezTo>
                <a:cubicBezTo>
                  <a:pt x="29064" y="5556"/>
                  <a:pt x="29059" y="5564"/>
                  <a:pt x="29054" y="5572"/>
                </a:cubicBezTo>
                <a:cubicBezTo>
                  <a:pt x="29049" y="5580"/>
                  <a:pt x="29043" y="5588"/>
                  <a:pt x="29036" y="5594"/>
                </a:cubicBezTo>
                <a:cubicBezTo>
                  <a:pt x="29029" y="5601"/>
                  <a:pt x="29022" y="5607"/>
                  <a:pt x="29014" y="5612"/>
                </a:cubicBezTo>
                <a:cubicBezTo>
                  <a:pt x="29006" y="5618"/>
                  <a:pt x="28998" y="5622"/>
                  <a:pt x="28989" y="5626"/>
                </a:cubicBezTo>
                <a:cubicBezTo>
                  <a:pt x="28980" y="5629"/>
                  <a:pt x="28971" y="5632"/>
                  <a:pt x="28962" y="5634"/>
                </a:cubicBezTo>
                <a:cubicBezTo>
                  <a:pt x="28952" y="5636"/>
                  <a:pt x="28943" y="5637"/>
                  <a:pt x="28933" y="5637"/>
                </a:cubicBezTo>
                <a:lnTo>
                  <a:pt x="145" y="5637"/>
                </a:lnTo>
                <a:cubicBezTo>
                  <a:pt x="136" y="5637"/>
                  <a:pt x="126" y="5636"/>
                  <a:pt x="117" y="5634"/>
                </a:cubicBezTo>
                <a:cubicBezTo>
                  <a:pt x="108" y="5632"/>
                  <a:pt x="99" y="5629"/>
                  <a:pt x="90" y="5626"/>
                </a:cubicBezTo>
                <a:cubicBezTo>
                  <a:pt x="81" y="5622"/>
                  <a:pt x="73" y="5618"/>
                  <a:pt x="65" y="5612"/>
                </a:cubicBezTo>
                <a:cubicBezTo>
                  <a:pt x="57" y="5607"/>
                  <a:pt x="49" y="5601"/>
                  <a:pt x="43" y="5594"/>
                </a:cubicBezTo>
                <a:cubicBezTo>
                  <a:pt x="36" y="5588"/>
                  <a:pt x="30" y="5580"/>
                  <a:pt x="25" y="5572"/>
                </a:cubicBezTo>
                <a:cubicBezTo>
                  <a:pt x="19" y="5564"/>
                  <a:pt x="15" y="5556"/>
                  <a:pt x="11" y="5547"/>
                </a:cubicBezTo>
                <a:cubicBezTo>
                  <a:pt x="7" y="5538"/>
                  <a:pt x="5" y="5529"/>
                  <a:pt x="3" y="5520"/>
                </a:cubicBezTo>
                <a:cubicBezTo>
                  <a:pt x="1" y="5510"/>
                  <a:pt x="0" y="5501"/>
                  <a:pt x="0" y="5491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853560" y="941040"/>
            <a:ext cx="819432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18: Advanced Layout Techniques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853560" y="1876680"/>
            <a:ext cx="276696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Full-Width Sections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019160" y="2689920"/>
            <a:ext cx="4389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"full-width-wrapper"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1019160" y="3032640"/>
            <a:ext cx="5761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&lt;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img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src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"assets/images/wide-image.jpg"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019160" y="3375720"/>
            <a:ext cx="4115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alt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"Full width image"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019160" y="3718440"/>
            <a:ext cx="43898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   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class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=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"full-width-image"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019160" y="4061520"/>
            <a:ext cx="823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&lt;/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div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29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861840" y="2509560"/>
            <a:ext cx="10468440" cy="1686240"/>
          </a:xfrm>
          <a:custGeom>
            <a:avLst/>
            <a:gdLst/>
            <a:ahLst/>
            <a:rect l="0" t="0" r="r" b="b"/>
            <a:pathLst>
              <a:path w="29079" h="4684">
                <a:moveTo>
                  <a:pt x="0" y="4539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8"/>
                  <a:pt x="29054" y="66"/>
                </a:cubicBezTo>
                <a:cubicBezTo>
                  <a:pt x="29059" y="74"/>
                  <a:pt x="29064" y="82"/>
                  <a:pt x="29068" y="91"/>
                </a:cubicBezTo>
                <a:cubicBezTo>
                  <a:pt x="29071" y="100"/>
                  <a:pt x="29074" y="109"/>
                  <a:pt x="29076" y="118"/>
                </a:cubicBezTo>
                <a:cubicBezTo>
                  <a:pt x="29078" y="128"/>
                  <a:pt x="29079" y="137"/>
                  <a:pt x="29079" y="147"/>
                </a:cubicBezTo>
                <a:lnTo>
                  <a:pt x="29079" y="4539"/>
                </a:lnTo>
                <a:cubicBezTo>
                  <a:pt x="29079" y="4548"/>
                  <a:pt x="29078" y="4558"/>
                  <a:pt x="29076" y="4567"/>
                </a:cubicBezTo>
                <a:cubicBezTo>
                  <a:pt x="29074" y="4577"/>
                  <a:pt x="29071" y="4586"/>
                  <a:pt x="29068" y="4595"/>
                </a:cubicBezTo>
                <a:cubicBezTo>
                  <a:pt x="29064" y="4603"/>
                  <a:pt x="29059" y="4612"/>
                  <a:pt x="29054" y="4620"/>
                </a:cubicBezTo>
                <a:cubicBezTo>
                  <a:pt x="29049" y="4628"/>
                  <a:pt x="29043" y="4635"/>
                  <a:pt x="29036" y="4642"/>
                </a:cubicBezTo>
                <a:cubicBezTo>
                  <a:pt x="29029" y="4649"/>
                  <a:pt x="29022" y="4655"/>
                  <a:pt x="29014" y="4660"/>
                </a:cubicBezTo>
                <a:cubicBezTo>
                  <a:pt x="29006" y="4665"/>
                  <a:pt x="28998" y="4670"/>
                  <a:pt x="28989" y="4673"/>
                </a:cubicBezTo>
                <a:cubicBezTo>
                  <a:pt x="28980" y="4677"/>
                  <a:pt x="28971" y="4680"/>
                  <a:pt x="28962" y="4682"/>
                </a:cubicBezTo>
                <a:cubicBezTo>
                  <a:pt x="28952" y="4683"/>
                  <a:pt x="28943" y="4684"/>
                  <a:pt x="28933" y="4684"/>
                </a:cubicBezTo>
                <a:lnTo>
                  <a:pt x="145" y="4684"/>
                </a:lnTo>
                <a:cubicBezTo>
                  <a:pt x="136" y="4684"/>
                  <a:pt x="126" y="4683"/>
                  <a:pt x="117" y="4682"/>
                </a:cubicBezTo>
                <a:cubicBezTo>
                  <a:pt x="108" y="4680"/>
                  <a:pt x="99" y="4677"/>
                  <a:pt x="90" y="4673"/>
                </a:cubicBezTo>
                <a:cubicBezTo>
                  <a:pt x="81" y="4670"/>
                  <a:pt x="73" y="4665"/>
                  <a:pt x="65" y="4660"/>
                </a:cubicBezTo>
                <a:cubicBezTo>
                  <a:pt x="57" y="4655"/>
                  <a:pt x="49" y="4649"/>
                  <a:pt x="43" y="4642"/>
                </a:cubicBezTo>
                <a:cubicBezTo>
                  <a:pt x="36" y="4635"/>
                  <a:pt x="30" y="4628"/>
                  <a:pt x="25" y="4620"/>
                </a:cubicBezTo>
                <a:cubicBezTo>
                  <a:pt x="19" y="4612"/>
                  <a:pt x="15" y="4603"/>
                  <a:pt x="11" y="4595"/>
                </a:cubicBezTo>
                <a:cubicBezTo>
                  <a:pt x="7" y="4586"/>
                  <a:pt x="5" y="4577"/>
                  <a:pt x="3" y="4567"/>
                </a:cubicBezTo>
                <a:cubicBezTo>
                  <a:pt x="1" y="4558"/>
                  <a:pt x="0" y="4548"/>
                  <a:pt x="0" y="453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861840" y="2509560"/>
            <a:ext cx="10468440" cy="1686240"/>
          </a:xfrm>
          <a:custGeom>
            <a:avLst/>
            <a:gdLst/>
            <a:ahLst/>
            <a:rect l="0" t="0" r="r" b="b"/>
            <a:pathLst>
              <a:path fill="none" w="29079" h="4684">
                <a:moveTo>
                  <a:pt x="0" y="4539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8933" y="0"/>
                </a:lnTo>
                <a:cubicBezTo>
                  <a:pt x="28943" y="0"/>
                  <a:pt x="28952" y="1"/>
                  <a:pt x="28962" y="3"/>
                </a:cubicBezTo>
                <a:cubicBezTo>
                  <a:pt x="28971" y="5"/>
                  <a:pt x="28980" y="8"/>
                  <a:pt x="28989" y="11"/>
                </a:cubicBezTo>
                <a:cubicBezTo>
                  <a:pt x="28998" y="15"/>
                  <a:pt x="29006" y="19"/>
                  <a:pt x="29014" y="25"/>
                </a:cubicBezTo>
                <a:cubicBezTo>
                  <a:pt x="29022" y="30"/>
                  <a:pt x="29029" y="36"/>
                  <a:pt x="29036" y="43"/>
                </a:cubicBezTo>
                <a:cubicBezTo>
                  <a:pt x="29043" y="50"/>
                  <a:pt x="29049" y="58"/>
                  <a:pt x="29054" y="66"/>
                </a:cubicBezTo>
                <a:cubicBezTo>
                  <a:pt x="29059" y="74"/>
                  <a:pt x="29064" y="82"/>
                  <a:pt x="29068" y="91"/>
                </a:cubicBezTo>
                <a:cubicBezTo>
                  <a:pt x="29071" y="100"/>
                  <a:pt x="29074" y="109"/>
                  <a:pt x="29076" y="118"/>
                </a:cubicBezTo>
                <a:cubicBezTo>
                  <a:pt x="29078" y="128"/>
                  <a:pt x="29079" y="137"/>
                  <a:pt x="29079" y="147"/>
                </a:cubicBezTo>
                <a:lnTo>
                  <a:pt x="29079" y="4539"/>
                </a:lnTo>
                <a:cubicBezTo>
                  <a:pt x="29079" y="4548"/>
                  <a:pt x="29078" y="4558"/>
                  <a:pt x="29076" y="4567"/>
                </a:cubicBezTo>
                <a:cubicBezTo>
                  <a:pt x="29074" y="4577"/>
                  <a:pt x="29071" y="4586"/>
                  <a:pt x="29068" y="4595"/>
                </a:cubicBezTo>
                <a:cubicBezTo>
                  <a:pt x="29064" y="4603"/>
                  <a:pt x="29059" y="4612"/>
                  <a:pt x="29054" y="4620"/>
                </a:cubicBezTo>
                <a:cubicBezTo>
                  <a:pt x="29049" y="4628"/>
                  <a:pt x="29043" y="4635"/>
                  <a:pt x="29036" y="4642"/>
                </a:cubicBezTo>
                <a:cubicBezTo>
                  <a:pt x="29029" y="4649"/>
                  <a:pt x="29022" y="4655"/>
                  <a:pt x="29014" y="4660"/>
                </a:cubicBezTo>
                <a:cubicBezTo>
                  <a:pt x="29006" y="4665"/>
                  <a:pt x="28998" y="4670"/>
                  <a:pt x="28989" y="4673"/>
                </a:cubicBezTo>
                <a:cubicBezTo>
                  <a:pt x="28980" y="4677"/>
                  <a:pt x="28971" y="4680"/>
                  <a:pt x="28962" y="4682"/>
                </a:cubicBezTo>
                <a:cubicBezTo>
                  <a:pt x="28952" y="4683"/>
                  <a:pt x="28943" y="4684"/>
                  <a:pt x="28933" y="4684"/>
                </a:cubicBezTo>
                <a:lnTo>
                  <a:pt x="145" y="4684"/>
                </a:lnTo>
                <a:cubicBezTo>
                  <a:pt x="136" y="4684"/>
                  <a:pt x="126" y="4683"/>
                  <a:pt x="117" y="4682"/>
                </a:cubicBezTo>
                <a:cubicBezTo>
                  <a:pt x="108" y="4680"/>
                  <a:pt x="99" y="4677"/>
                  <a:pt x="90" y="4673"/>
                </a:cubicBezTo>
                <a:cubicBezTo>
                  <a:pt x="81" y="4670"/>
                  <a:pt x="73" y="4665"/>
                  <a:pt x="65" y="4660"/>
                </a:cubicBezTo>
                <a:cubicBezTo>
                  <a:pt x="57" y="4655"/>
                  <a:pt x="49" y="4649"/>
                  <a:pt x="43" y="4642"/>
                </a:cubicBezTo>
                <a:cubicBezTo>
                  <a:pt x="36" y="4635"/>
                  <a:pt x="30" y="4628"/>
                  <a:pt x="25" y="4620"/>
                </a:cubicBezTo>
                <a:cubicBezTo>
                  <a:pt x="19" y="4612"/>
                  <a:pt x="15" y="4603"/>
                  <a:pt x="11" y="4595"/>
                </a:cubicBezTo>
                <a:cubicBezTo>
                  <a:pt x="7" y="4586"/>
                  <a:pt x="5" y="4577"/>
                  <a:pt x="3" y="4567"/>
                </a:cubicBezTo>
                <a:cubicBezTo>
                  <a:pt x="1" y="4558"/>
                  <a:pt x="0" y="4548"/>
                  <a:pt x="0" y="4539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853560" y="941040"/>
            <a:ext cx="786960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19: Team Member Management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853560" y="1876680"/>
            <a:ext cx="275040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Team Conﬁguration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019160" y="2689920"/>
            <a:ext cx="30182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9636e"/>
                </a:solidFill>
                <a:effectLst/>
                <a:uFillTx/>
                <a:latin typeface="IBMPlexMono"/>
                <a:ea typeface="IBMPlexMono"/>
              </a:rPr>
              <a:t># In _data/members.yml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1019160" y="3032640"/>
            <a:ext cx="3841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3b2300"/>
                </a:solidFill>
                <a:effectLst/>
                <a:uFillTx/>
                <a:latin typeface="IBMPlexMono"/>
                <a:ea typeface="IBMPlexMono"/>
              </a:rPr>
              <a:t>-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name: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First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Name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Last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Name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019160" y="3375720"/>
            <a:ext cx="6858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github: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https://kdd.isti.cnr.it/people/student-1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019160" y="3718440"/>
            <a:ext cx="20581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 </a:t>
            </a:r>
            <a:r>
              <a:rPr b="0" lang="en-US" sz="1800" strike="noStrike" u="none">
                <a:solidFill>
                  <a:srgbClr val="0550ae"/>
                </a:solidFill>
                <a:effectLst/>
                <a:uFillTx/>
                <a:latin typeface="IBMPlexMono"/>
                <a:ea typeface="IBMPlexMono"/>
              </a:rPr>
              <a:t>role: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Mono"/>
                <a:ea typeface="IBMPlexMono"/>
              </a:rPr>
              <a:t> </a:t>
            </a:r>
            <a:r>
              <a:rPr b="0" lang="en-US" sz="1800" strike="noStrike" u="none">
                <a:solidFill>
                  <a:srgbClr val="0a3069"/>
                </a:solidFill>
                <a:effectLst/>
                <a:uFillTx/>
                <a:latin typeface="IBMPlexMono"/>
                <a:ea typeface="IBMPlexMono"/>
              </a:rPr>
              <a:t>student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30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853560" y="941040"/>
            <a:ext cx="920340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20: Final Checklist and Best Practices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109512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1"/>
                </a:cubicBezTo>
                <a:cubicBezTo>
                  <a:pt x="22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333440" y="253332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6"/>
                </a:moveTo>
                <a:cubicBezTo>
                  <a:pt x="636" y="605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5"/>
                  <a:pt x="0" y="566"/>
                </a:cubicBezTo>
                <a:lnTo>
                  <a:pt x="0" y="71"/>
                </a:lnTo>
                <a:cubicBezTo>
                  <a:pt x="0" y="32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2"/>
                  <a:pt x="636" y="71"/>
                </a:cubicBezTo>
                <a:lnTo>
                  <a:pt x="636" y="566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369440" y="2571480"/>
            <a:ext cx="156960" cy="154800"/>
          </a:xfrm>
          <a:custGeom>
            <a:avLst/>
            <a:gdLst/>
            <a:ahLst/>
            <a:rect l="0" t="0" r="r" b="b"/>
            <a:pathLst>
              <a:path w="436" h="430">
                <a:moveTo>
                  <a:pt x="416" y="8"/>
                </a:moveTo>
                <a:cubicBezTo>
                  <a:pt x="396" y="-6"/>
                  <a:pt x="368" y="0"/>
                  <a:pt x="355" y="21"/>
                </a:cubicBezTo>
                <a:lnTo>
                  <a:pt x="162" y="317"/>
                </a:lnTo>
                <a:lnTo>
                  <a:pt x="73" y="235"/>
                </a:lnTo>
                <a:cubicBezTo>
                  <a:pt x="56" y="218"/>
                  <a:pt x="28" y="219"/>
                  <a:pt x="11" y="237"/>
                </a:cubicBezTo>
                <a:cubicBezTo>
                  <a:pt x="-5" y="255"/>
                  <a:pt x="-4" y="283"/>
                  <a:pt x="14" y="299"/>
                </a:cubicBezTo>
                <a:lnTo>
                  <a:pt x="141" y="418"/>
                </a:lnTo>
                <a:cubicBezTo>
                  <a:pt x="149" y="426"/>
                  <a:pt x="160" y="430"/>
                  <a:pt x="171" y="430"/>
                </a:cubicBezTo>
                <a:cubicBezTo>
                  <a:pt x="182" y="430"/>
                  <a:pt x="198" y="425"/>
                  <a:pt x="208" y="410"/>
                </a:cubicBezTo>
                <a:cubicBezTo>
                  <a:pt x="214" y="401"/>
                  <a:pt x="429" y="69"/>
                  <a:pt x="429" y="69"/>
                </a:cubicBezTo>
                <a:cubicBezTo>
                  <a:pt x="442" y="48"/>
                  <a:pt x="437" y="21"/>
                  <a:pt x="416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853560" y="1876680"/>
            <a:ext cx="298548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Pre-Launch Checklist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0951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333440" y="291456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5"/>
                </a:moveTo>
                <a:cubicBezTo>
                  <a:pt x="636" y="604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4"/>
                  <a:pt x="0" y="565"/>
                </a:cubicBezTo>
                <a:lnTo>
                  <a:pt x="0" y="70"/>
                </a:lnTo>
                <a:cubicBezTo>
                  <a:pt x="0" y="31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1"/>
                  <a:pt x="636" y="70"/>
                </a:cubicBezTo>
                <a:lnTo>
                  <a:pt x="636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369440" y="2952360"/>
            <a:ext cx="156960" cy="154440"/>
          </a:xfrm>
          <a:custGeom>
            <a:avLst/>
            <a:gdLst/>
            <a:ahLst/>
            <a:rect l="0" t="0" r="r" b="b"/>
            <a:pathLst>
              <a:path w="436" h="429">
                <a:moveTo>
                  <a:pt x="416" y="7"/>
                </a:moveTo>
                <a:cubicBezTo>
                  <a:pt x="396" y="-6"/>
                  <a:pt x="368" y="0"/>
                  <a:pt x="355" y="20"/>
                </a:cubicBezTo>
                <a:lnTo>
                  <a:pt x="162" y="317"/>
                </a:lnTo>
                <a:lnTo>
                  <a:pt x="73" y="235"/>
                </a:lnTo>
                <a:cubicBezTo>
                  <a:pt x="56" y="218"/>
                  <a:pt x="28" y="219"/>
                  <a:pt x="11" y="237"/>
                </a:cubicBezTo>
                <a:cubicBezTo>
                  <a:pt x="-5" y="255"/>
                  <a:pt x="-4" y="283"/>
                  <a:pt x="14" y="300"/>
                </a:cubicBezTo>
                <a:lnTo>
                  <a:pt x="141" y="417"/>
                </a:lnTo>
                <a:cubicBezTo>
                  <a:pt x="149" y="425"/>
                  <a:pt x="160" y="429"/>
                  <a:pt x="171" y="429"/>
                </a:cubicBezTo>
                <a:cubicBezTo>
                  <a:pt x="182" y="429"/>
                  <a:pt x="198" y="424"/>
                  <a:pt x="208" y="409"/>
                </a:cubicBezTo>
                <a:cubicBezTo>
                  <a:pt x="214" y="400"/>
                  <a:pt x="429" y="68"/>
                  <a:pt x="429" y="68"/>
                </a:cubicBezTo>
                <a:cubicBezTo>
                  <a:pt x="442" y="48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627200" y="2508840"/>
            <a:ext cx="54727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Repository Name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Correct format (gX-2025-website)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095120" y="3381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333440" y="328608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5"/>
                </a:moveTo>
                <a:cubicBezTo>
                  <a:pt x="636" y="604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4"/>
                  <a:pt x="0" y="565"/>
                </a:cubicBezTo>
                <a:lnTo>
                  <a:pt x="0" y="71"/>
                </a:lnTo>
                <a:cubicBezTo>
                  <a:pt x="0" y="31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1"/>
                  <a:pt x="636" y="71"/>
                </a:cubicBezTo>
                <a:lnTo>
                  <a:pt x="636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369440" y="3323880"/>
            <a:ext cx="156960" cy="154440"/>
          </a:xfrm>
          <a:custGeom>
            <a:avLst/>
            <a:gdLst/>
            <a:ahLst/>
            <a:rect l="0" t="0" r="r" b="b"/>
            <a:pathLst>
              <a:path w="436" h="429">
                <a:moveTo>
                  <a:pt x="416" y="7"/>
                </a:moveTo>
                <a:cubicBezTo>
                  <a:pt x="396" y="-6"/>
                  <a:pt x="368" y="-1"/>
                  <a:pt x="355" y="20"/>
                </a:cubicBezTo>
                <a:lnTo>
                  <a:pt x="162" y="316"/>
                </a:lnTo>
                <a:lnTo>
                  <a:pt x="73" y="234"/>
                </a:lnTo>
                <a:cubicBezTo>
                  <a:pt x="56" y="217"/>
                  <a:pt x="28" y="218"/>
                  <a:pt x="11" y="236"/>
                </a:cubicBezTo>
                <a:cubicBezTo>
                  <a:pt x="-5" y="254"/>
                  <a:pt x="-4" y="282"/>
                  <a:pt x="14" y="299"/>
                </a:cubicBezTo>
                <a:lnTo>
                  <a:pt x="141" y="417"/>
                </a:lnTo>
                <a:cubicBezTo>
                  <a:pt x="149" y="425"/>
                  <a:pt x="160" y="429"/>
                  <a:pt x="171" y="429"/>
                </a:cubicBezTo>
                <a:cubicBezTo>
                  <a:pt x="182" y="429"/>
                  <a:pt x="198" y="424"/>
                  <a:pt x="208" y="409"/>
                </a:cubicBezTo>
                <a:cubicBezTo>
                  <a:pt x="214" y="400"/>
                  <a:pt x="429" y="68"/>
                  <a:pt x="429" y="68"/>
                </a:cubicBezTo>
                <a:cubicBezTo>
                  <a:pt x="442" y="47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627200" y="2880360"/>
            <a:ext cx="3544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Baseurl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Matches repository name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09512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3"/>
                </a:cubicBezTo>
                <a:cubicBezTo>
                  <a:pt x="54" y="198"/>
                  <a:pt x="42" y="190"/>
                  <a:pt x="32" y="180"/>
                </a:cubicBezTo>
                <a:cubicBezTo>
                  <a:pt x="22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0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1333440" y="366696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5"/>
                </a:moveTo>
                <a:cubicBezTo>
                  <a:pt x="636" y="604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4"/>
                  <a:pt x="0" y="565"/>
                </a:cubicBezTo>
                <a:lnTo>
                  <a:pt x="0" y="71"/>
                </a:lnTo>
                <a:cubicBezTo>
                  <a:pt x="0" y="32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2"/>
                  <a:pt x="636" y="71"/>
                </a:cubicBezTo>
                <a:lnTo>
                  <a:pt x="636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369440" y="3704760"/>
            <a:ext cx="156960" cy="154440"/>
          </a:xfrm>
          <a:custGeom>
            <a:avLst/>
            <a:gdLst/>
            <a:ahLst/>
            <a:rect l="0" t="0" r="r" b="b"/>
            <a:pathLst>
              <a:path w="436" h="429">
                <a:moveTo>
                  <a:pt x="416" y="7"/>
                </a:moveTo>
                <a:cubicBezTo>
                  <a:pt x="396" y="-6"/>
                  <a:pt x="368" y="0"/>
                  <a:pt x="355" y="20"/>
                </a:cubicBezTo>
                <a:lnTo>
                  <a:pt x="162" y="317"/>
                </a:lnTo>
                <a:lnTo>
                  <a:pt x="73" y="235"/>
                </a:lnTo>
                <a:cubicBezTo>
                  <a:pt x="56" y="219"/>
                  <a:pt x="28" y="220"/>
                  <a:pt x="11" y="238"/>
                </a:cubicBezTo>
                <a:cubicBezTo>
                  <a:pt x="-5" y="255"/>
                  <a:pt x="-4" y="283"/>
                  <a:pt x="14" y="300"/>
                </a:cubicBezTo>
                <a:lnTo>
                  <a:pt x="141" y="417"/>
                </a:lnTo>
                <a:cubicBezTo>
                  <a:pt x="149" y="425"/>
                  <a:pt x="160" y="429"/>
                  <a:pt x="171" y="429"/>
                </a:cubicBezTo>
                <a:cubicBezTo>
                  <a:pt x="182" y="429"/>
                  <a:pt x="198" y="424"/>
                  <a:pt x="208" y="409"/>
                </a:cubicBezTo>
                <a:cubicBezTo>
                  <a:pt x="214" y="400"/>
                  <a:pt x="429" y="68"/>
                  <a:pt x="429" y="68"/>
                </a:cubicBezTo>
                <a:cubicBezTo>
                  <a:pt x="442" y="48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627200" y="3261240"/>
            <a:ext cx="45734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Front Matter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All pages have proper headers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095120" y="4133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2" y="42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333440" y="404784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6"/>
                </a:moveTo>
                <a:cubicBezTo>
                  <a:pt x="636" y="605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5"/>
                  <a:pt x="0" y="566"/>
                </a:cubicBezTo>
                <a:lnTo>
                  <a:pt x="0" y="71"/>
                </a:lnTo>
                <a:cubicBezTo>
                  <a:pt x="0" y="32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2"/>
                  <a:pt x="636" y="71"/>
                </a:cubicBezTo>
                <a:lnTo>
                  <a:pt x="636" y="566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369440" y="4085640"/>
            <a:ext cx="156960" cy="154440"/>
          </a:xfrm>
          <a:custGeom>
            <a:avLst/>
            <a:gdLst/>
            <a:ahLst/>
            <a:rect l="0" t="0" r="r" b="b"/>
            <a:pathLst>
              <a:path w="436" h="429">
                <a:moveTo>
                  <a:pt x="416" y="8"/>
                </a:moveTo>
                <a:cubicBezTo>
                  <a:pt x="396" y="-6"/>
                  <a:pt x="368" y="0"/>
                  <a:pt x="355" y="20"/>
                </a:cubicBezTo>
                <a:lnTo>
                  <a:pt x="162" y="316"/>
                </a:lnTo>
                <a:lnTo>
                  <a:pt x="73" y="234"/>
                </a:lnTo>
                <a:cubicBezTo>
                  <a:pt x="56" y="218"/>
                  <a:pt x="28" y="219"/>
                  <a:pt x="11" y="237"/>
                </a:cubicBezTo>
                <a:cubicBezTo>
                  <a:pt x="-5" y="255"/>
                  <a:pt x="-4" y="283"/>
                  <a:pt x="14" y="299"/>
                </a:cubicBezTo>
                <a:lnTo>
                  <a:pt x="141" y="417"/>
                </a:lnTo>
                <a:cubicBezTo>
                  <a:pt x="149" y="426"/>
                  <a:pt x="160" y="429"/>
                  <a:pt x="171" y="429"/>
                </a:cubicBezTo>
                <a:cubicBezTo>
                  <a:pt x="182" y="429"/>
                  <a:pt x="198" y="425"/>
                  <a:pt x="208" y="408"/>
                </a:cubicBezTo>
                <a:cubicBezTo>
                  <a:pt x="214" y="399"/>
                  <a:pt x="429" y="69"/>
                  <a:pt x="429" y="69"/>
                </a:cubicBezTo>
                <a:cubicBezTo>
                  <a:pt x="442" y="48"/>
                  <a:pt x="437" y="21"/>
                  <a:pt x="416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1627200" y="3642480"/>
            <a:ext cx="3681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Navigation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Updated and functional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095120" y="45147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333440" y="441936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6"/>
                </a:moveTo>
                <a:cubicBezTo>
                  <a:pt x="636" y="605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5"/>
                  <a:pt x="0" y="566"/>
                </a:cubicBezTo>
                <a:lnTo>
                  <a:pt x="0" y="71"/>
                </a:lnTo>
                <a:cubicBezTo>
                  <a:pt x="0" y="32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2"/>
                  <a:pt x="636" y="71"/>
                </a:cubicBezTo>
                <a:lnTo>
                  <a:pt x="636" y="566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369440" y="4457160"/>
            <a:ext cx="156960" cy="154440"/>
          </a:xfrm>
          <a:custGeom>
            <a:avLst/>
            <a:gdLst/>
            <a:ahLst/>
            <a:rect l="0" t="0" r="r" b="b"/>
            <a:pathLst>
              <a:path w="436" h="429">
                <a:moveTo>
                  <a:pt x="416" y="7"/>
                </a:moveTo>
                <a:cubicBezTo>
                  <a:pt x="396" y="-6"/>
                  <a:pt x="368" y="0"/>
                  <a:pt x="355" y="20"/>
                </a:cubicBezTo>
                <a:lnTo>
                  <a:pt x="162" y="317"/>
                </a:lnTo>
                <a:lnTo>
                  <a:pt x="73" y="234"/>
                </a:lnTo>
                <a:cubicBezTo>
                  <a:pt x="56" y="218"/>
                  <a:pt x="28" y="219"/>
                  <a:pt x="11" y="237"/>
                </a:cubicBezTo>
                <a:cubicBezTo>
                  <a:pt x="-5" y="256"/>
                  <a:pt x="-4" y="284"/>
                  <a:pt x="14" y="300"/>
                </a:cubicBezTo>
                <a:lnTo>
                  <a:pt x="141" y="418"/>
                </a:lnTo>
                <a:cubicBezTo>
                  <a:pt x="149" y="425"/>
                  <a:pt x="160" y="429"/>
                  <a:pt x="171" y="429"/>
                </a:cubicBezTo>
                <a:cubicBezTo>
                  <a:pt x="182" y="429"/>
                  <a:pt x="198" y="424"/>
                  <a:pt x="208" y="409"/>
                </a:cubicBezTo>
                <a:cubicBezTo>
                  <a:pt x="214" y="400"/>
                  <a:pt x="429" y="68"/>
                  <a:pt x="429" y="68"/>
                </a:cubicBezTo>
                <a:cubicBezTo>
                  <a:pt x="442" y="48"/>
                  <a:pt x="437" y="21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627200" y="4014000"/>
            <a:ext cx="4378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Team Info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Complete member information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1095120" y="4886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2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1333440" y="4800240"/>
            <a:ext cx="228960" cy="228960"/>
          </a:xfrm>
          <a:custGeom>
            <a:avLst/>
            <a:gdLst/>
            <a:ahLst/>
            <a:rect l="0" t="0" r="r" b="b"/>
            <a:pathLst>
              <a:path w="636" h="636">
                <a:moveTo>
                  <a:pt x="636" y="566"/>
                </a:moveTo>
                <a:cubicBezTo>
                  <a:pt x="636" y="605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5"/>
                  <a:pt x="0" y="566"/>
                </a:cubicBezTo>
                <a:lnTo>
                  <a:pt x="0" y="71"/>
                </a:lnTo>
                <a:cubicBezTo>
                  <a:pt x="0" y="32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2"/>
                  <a:pt x="636" y="71"/>
                </a:cubicBezTo>
                <a:lnTo>
                  <a:pt x="636" y="566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369440" y="4838400"/>
            <a:ext cx="156960" cy="154800"/>
          </a:xfrm>
          <a:custGeom>
            <a:avLst/>
            <a:gdLst/>
            <a:ahLst/>
            <a:rect l="0" t="0" r="r" b="b"/>
            <a:pathLst>
              <a:path w="436" h="430">
                <a:moveTo>
                  <a:pt x="416" y="8"/>
                </a:moveTo>
                <a:cubicBezTo>
                  <a:pt x="396" y="-6"/>
                  <a:pt x="368" y="0"/>
                  <a:pt x="355" y="21"/>
                </a:cubicBezTo>
                <a:lnTo>
                  <a:pt x="162" y="318"/>
                </a:lnTo>
                <a:lnTo>
                  <a:pt x="73" y="236"/>
                </a:lnTo>
                <a:cubicBezTo>
                  <a:pt x="56" y="219"/>
                  <a:pt x="28" y="220"/>
                  <a:pt x="11" y="238"/>
                </a:cubicBezTo>
                <a:cubicBezTo>
                  <a:pt x="-5" y="256"/>
                  <a:pt x="-4" y="284"/>
                  <a:pt x="14" y="300"/>
                </a:cubicBezTo>
                <a:lnTo>
                  <a:pt x="141" y="418"/>
                </a:lnTo>
                <a:cubicBezTo>
                  <a:pt x="149" y="426"/>
                  <a:pt x="160" y="430"/>
                  <a:pt x="171" y="430"/>
                </a:cubicBezTo>
                <a:cubicBezTo>
                  <a:pt x="182" y="430"/>
                  <a:pt x="198" y="425"/>
                  <a:pt x="208" y="410"/>
                </a:cubicBezTo>
                <a:cubicBezTo>
                  <a:pt x="214" y="401"/>
                  <a:pt x="429" y="70"/>
                  <a:pt x="429" y="70"/>
                </a:cubicBezTo>
                <a:cubicBezTo>
                  <a:pt x="442" y="49"/>
                  <a:pt x="437" y="21"/>
                  <a:pt x="416" y="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1627200" y="4394880"/>
            <a:ext cx="49248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Multimedia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Images and videos properly placed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627200" y="4766400"/>
            <a:ext cx="3973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GitHub Pages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Deployment successful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31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853560" y="941040"/>
            <a:ext cx="920340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Step 20: Final Checklist and Best Practices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109512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1"/>
                </a:cubicBezTo>
                <a:cubicBezTo>
                  <a:pt x="22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853560" y="1876680"/>
            <a:ext cx="25441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Quality Assurance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0951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310760" y="2508840"/>
            <a:ext cx="48945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Cross-browser Testing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Chrome, Firefox, Safari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095120" y="3381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310760" y="2880360"/>
            <a:ext cx="51343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Mobile Responsive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Test on different screen sizes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109512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3"/>
                </a:cubicBezTo>
                <a:cubicBezTo>
                  <a:pt x="54" y="198"/>
                  <a:pt x="42" y="190"/>
                  <a:pt x="32" y="180"/>
                </a:cubicBezTo>
                <a:cubicBezTo>
                  <a:pt x="22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0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310760" y="3261240"/>
            <a:ext cx="42364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Load Speed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Optimize images and assets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1095120" y="4133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2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2" y="42"/>
                  <a:pt x="32" y="32"/>
                </a:cubicBezTo>
                <a:cubicBezTo>
                  <a:pt x="42" y="22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310760" y="3642480"/>
            <a:ext cx="51480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Accessibility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Alt text for images, proper headings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1310760" y="4014000"/>
            <a:ext cx="35856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SEO</a:t>
            </a:r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: Meta descriptions, page titles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32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853560" y="941040"/>
            <a:ext cx="2417760" cy="59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Thank You!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095120" y="2628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1"/>
                </a:cubicBezTo>
                <a:cubicBezTo>
                  <a:pt x="22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853560" y="1876680"/>
            <a:ext cx="1548720" cy="38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40" strike="noStrike" u="none">
                <a:solidFill>
                  <a:srgbClr val="11296b"/>
                </a:solidFill>
                <a:effectLst/>
                <a:uFillTx/>
                <a:latin typeface="IBMPlexSans"/>
                <a:ea typeface="IBMPlexSans"/>
              </a:rPr>
              <a:t>Questions?</a:t>
            </a:r>
            <a:endParaRPr b="0" lang="en-US" sz="23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0951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2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2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199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310760" y="2508840"/>
            <a:ext cx="3364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Review the guide documentation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095120" y="3381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8"/>
                  <a:pt x="42" y="191"/>
                  <a:pt x="32" y="181"/>
                </a:cubicBezTo>
                <a:cubicBezTo>
                  <a:pt x="22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2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310760" y="2880360"/>
            <a:ext cx="32068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Check GitHub repository issues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09512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3"/>
                </a:cubicBezTo>
                <a:cubicBezTo>
                  <a:pt x="54" y="198"/>
                  <a:pt x="42" y="190"/>
                  <a:pt x="32" y="180"/>
                </a:cubicBezTo>
                <a:cubicBezTo>
                  <a:pt x="22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2" y="40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310760" y="3261240"/>
            <a:ext cx="28940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Consult with team members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1310760" y="3642480"/>
            <a:ext cx="37486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328"/>
                </a:solidFill>
                <a:effectLst/>
                <a:uFillTx/>
                <a:latin typeface="IBMPlexSans"/>
                <a:ea typeface="IBMPlexSans"/>
              </a:rPr>
              <a:t>Refer to Jekyll community resources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0"/>
            <a:ext cx="12192120" cy="343080"/>
          </a:xfrm>
          <a:custGeom>
            <a:avLst/>
            <a:gdLst/>
            <a:ahLst/>
            <a:rect l="0" t="0" r="r" b="b"/>
            <a:pathLst>
              <a:path w="33867" h="953">
                <a:moveTo>
                  <a:pt x="0" y="0"/>
                </a:moveTo>
                <a:lnTo>
                  <a:pt x="33867" y="0"/>
                </a:lnTo>
                <a:lnTo>
                  <a:pt x="33867" y="953"/>
                </a:lnTo>
                <a:lnTo>
                  <a:pt x="0" y="953"/>
                </a:lnTo>
                <a:lnTo>
                  <a:pt x="0" y="0"/>
                </a:lnTo>
                <a:close/>
              </a:path>
            </a:pathLst>
          </a:custGeom>
          <a:solidFill>
            <a:srgbClr val="1129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853560" y="4433040"/>
            <a:ext cx="20847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f2328"/>
                </a:solidFill>
                <a:effectLst/>
                <a:uFillTx/>
                <a:latin typeface="IBMPlexSans-Semi"/>
                <a:ea typeface="IBMPlexSans-Semi"/>
              </a:rPr>
              <a:t>Let's start building!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685800" y="41040"/>
            <a:ext cx="36327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ffffff"/>
                </a:solidFill>
                <a:effectLst/>
                <a:uFillTx/>
                <a:latin typeface="IBMPlexSans"/>
                <a:ea typeface="IBMPlexSans"/>
              </a:rPr>
              <a:t>Laboratory on Big Data and AI - Jekyll Slides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853560" y="6375240"/>
            <a:ext cx="59616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6b6b6b"/>
                </a:solidFill>
                <a:effectLst/>
                <a:uFillTx/>
                <a:latin typeface="IBMPlexSans"/>
                <a:ea typeface="IBMPlexSans"/>
              </a:rPr>
              <a:t>33 / 33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LibreOffice/25.2.1.2$MacOSX_AARCH64 LibreOffice_project/d3abf4aee5fd705e4a92bba33a32f40bc4e56f49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